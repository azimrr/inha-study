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6" r:id="rId10"/>
    <p:sldId id="265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C791A-83FB-4B15-912B-4D18310DE90F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3273C-1838-4A29-BE22-875EA9140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91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23273C-1838-4A29-BE22-875EA91404F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954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5258B-A04F-411F-8610-6493FA650CC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9FB-0369-479E-BF4A-BA3579B6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209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5258B-A04F-411F-8610-6493FA650CC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9FB-0369-479E-BF4A-BA3579B6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917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5258B-A04F-411F-8610-6493FA650CC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9FB-0369-479E-BF4A-BA3579B6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36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5258B-A04F-411F-8610-6493FA650CC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9FB-0369-479E-BF4A-BA3579B6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714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5258B-A04F-411F-8610-6493FA650CC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9FB-0369-479E-BF4A-BA3579B6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35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5258B-A04F-411F-8610-6493FA650CC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9FB-0369-479E-BF4A-BA3579B6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88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5258B-A04F-411F-8610-6493FA650CC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9FB-0369-479E-BF4A-BA3579B6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617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5258B-A04F-411F-8610-6493FA650CC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9FB-0369-479E-BF4A-BA3579B6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53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5258B-A04F-411F-8610-6493FA650CC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9FB-0369-479E-BF4A-BA3579B6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168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5258B-A04F-411F-8610-6493FA650CC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9FB-0369-479E-BF4A-BA3579B6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463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5258B-A04F-411F-8610-6493FA650CC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9FB-0369-479E-BF4A-BA3579B6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00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5258B-A04F-411F-8610-6493FA650CC0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319FB-0369-479E-BF4A-BA3579B64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037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852" y="2610544"/>
            <a:ext cx="4750296" cy="722511"/>
          </a:xfrm>
          <a:solidFill>
            <a:schemeClr val="accent6"/>
          </a:solidFill>
        </p:spPr>
        <p:txBody>
          <a:bodyPr>
            <a:normAutofit fontScale="90000"/>
          </a:bodyPr>
          <a:lstStyle/>
          <a:p>
            <a:r>
              <a:rPr lang="en-IN" dirty="0"/>
              <a:t>Amortized Analysis</a:t>
            </a:r>
          </a:p>
        </p:txBody>
      </p:sp>
    </p:spTree>
    <p:extLst>
      <p:ext uri="{BB962C8B-B14F-4D97-AF65-F5344CB8AC3E}">
        <p14:creationId xmlns:p14="http://schemas.microsoft.com/office/powerpoint/2010/main" val="1691047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8229600" cy="5433467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800" dirty="0"/>
              <a:t>An Amortized analysis is an strategy for </a:t>
            </a:r>
            <a:r>
              <a:rPr lang="en-IN" sz="2800" dirty="0" err="1"/>
              <a:t>analyzing</a:t>
            </a:r>
            <a:r>
              <a:rPr lang="en-IN" sz="2800" dirty="0"/>
              <a:t> a </a:t>
            </a:r>
            <a:r>
              <a:rPr lang="en-IN" sz="2800" u="sng" dirty="0"/>
              <a:t>sequence of operations </a:t>
            </a:r>
            <a:r>
              <a:rPr lang="en-IN" sz="2800" dirty="0"/>
              <a:t>to show that the </a:t>
            </a:r>
            <a:r>
              <a:rPr lang="en-IN" sz="2800" b="1" dirty="0"/>
              <a:t>average cost per operation is small</a:t>
            </a:r>
            <a:r>
              <a:rPr lang="en-IN" sz="2800" dirty="0"/>
              <a:t>, even though a single operation within the sequence might be expensive</a:t>
            </a:r>
          </a:p>
          <a:p>
            <a:endParaRPr lang="en-IN" sz="2800" dirty="0"/>
          </a:p>
          <a:p>
            <a:pPr algn="just"/>
            <a:r>
              <a:rPr lang="en-IN" sz="2800" dirty="0"/>
              <a:t>It refers to finding the average running time per operation over  a worst case sequence of operations 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It is technique for analysing algorithms </a:t>
            </a:r>
            <a:r>
              <a:rPr lang="en-IN" sz="2800" b="1" i="1" dirty="0"/>
              <a:t>under some conditions</a:t>
            </a:r>
            <a:r>
              <a:rPr lang="en-IN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6459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96855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IN" sz="2800" dirty="0"/>
              <a:t>Amortized analysis differs from average case performance in that probability is not involved; </a:t>
            </a:r>
          </a:p>
          <a:p>
            <a:pPr marL="0" indent="0" algn="just">
              <a:buNone/>
            </a:pPr>
            <a:r>
              <a:rPr lang="en-IN" sz="2800" dirty="0"/>
              <a:t>    In average case analysis, we are averaging over all  possible inputs 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Amortized analysis guarantees the time per operation over worst case performance 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Amortized analysis assumes worst case input and typically does not allow random choices 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49992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512" y="908720"/>
            <a:ext cx="8229600" cy="4392487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dirty="0"/>
              <a:t>Techniques used in Amortized Analysis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b="1" i="1" u="sng" dirty="0"/>
              <a:t>Aggregate Analysis </a:t>
            </a:r>
            <a:r>
              <a:rPr lang="en-IN" sz="2400" dirty="0"/>
              <a:t>determines the upper bound T(n) on the total cost of a sequence of n operations, then calculates the average cost to be T(n)/n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b="1" i="1" u="sng" dirty="0"/>
              <a:t>Accounting Method </a:t>
            </a:r>
            <a:r>
              <a:rPr lang="en-IN" sz="2400" dirty="0"/>
              <a:t>determines the individual cost of each operation, combining its intermediate execution time and its influence on the running time of future operations 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b="1" i="1" u="sng" dirty="0"/>
              <a:t>Potential Method  </a:t>
            </a:r>
            <a:r>
              <a:rPr lang="en-IN" sz="2400" dirty="0"/>
              <a:t>like an accounting method, but overcharges operations early to compensate for undercharges later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5534561"/>
            <a:ext cx="8208912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000" b="1" dirty="0"/>
              <a:t>Amortized bounds </a:t>
            </a:r>
          </a:p>
          <a:p>
            <a:r>
              <a:rPr lang="en-IN" sz="2000" b="1" dirty="0"/>
              <a:t>- assign amortized cost for each operations such that it “preserve the sum”</a:t>
            </a:r>
          </a:p>
          <a:p>
            <a:endParaRPr lang="en-IN" sz="2000" b="1" dirty="0"/>
          </a:p>
          <a:p>
            <a:pPr lvl="2"/>
            <a:r>
              <a:rPr lang="en-IN" sz="2000" b="1" dirty="0"/>
              <a:t>∑ amortized cost &gt;= ∑ Actual cost </a:t>
            </a:r>
          </a:p>
        </p:txBody>
      </p:sp>
    </p:spTree>
    <p:extLst>
      <p:ext uri="{BB962C8B-B14F-4D97-AF65-F5344CB8AC3E}">
        <p14:creationId xmlns:p14="http://schemas.microsoft.com/office/powerpoint/2010/main" val="94352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439248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IN" sz="2800" dirty="0"/>
              <a:t>Idea is that the worst case operation can alter the state in such way </a:t>
            </a:r>
            <a:r>
              <a:rPr lang="en-IN" sz="2400" dirty="0"/>
              <a:t>that</a:t>
            </a:r>
            <a:r>
              <a:rPr lang="en-IN" sz="2800" dirty="0"/>
              <a:t> worst case cannot occur again for a long time, thus “amortizing” its cost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It is applicable to some special set of problems like hash tables, disjoint set, splay trees etc.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It has significance where first set of input affects the next set of inputs</a:t>
            </a:r>
          </a:p>
        </p:txBody>
      </p:sp>
    </p:spTree>
    <p:extLst>
      <p:ext uri="{BB962C8B-B14F-4D97-AF65-F5344CB8AC3E}">
        <p14:creationId xmlns:p14="http://schemas.microsoft.com/office/powerpoint/2010/main" val="3014749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5933"/>
            <a:ext cx="8229600" cy="5145435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i="1" dirty="0">
                <a:solidFill>
                  <a:srgbClr val="FF0000"/>
                </a:solidFill>
              </a:rPr>
              <a:t>Case 1: Find </a:t>
            </a:r>
            <a:r>
              <a:rPr lang="en-IN" b="1" i="1" dirty="0" err="1">
                <a:solidFill>
                  <a:srgbClr val="FF0000"/>
                </a:solidFill>
              </a:rPr>
              <a:t>kth</a:t>
            </a:r>
            <a:r>
              <a:rPr lang="en-IN" b="1" i="1" dirty="0">
                <a:solidFill>
                  <a:srgbClr val="FF0000"/>
                </a:solidFill>
              </a:rPr>
              <a:t> smallest element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find_Kth</a:t>
            </a:r>
            <a:r>
              <a:rPr lang="en-IN" dirty="0"/>
              <a:t> _smallest ( </a:t>
            </a:r>
            <a:r>
              <a:rPr lang="en-IN" dirty="0" err="1"/>
              <a:t>int</a:t>
            </a:r>
            <a:r>
              <a:rPr lang="en-IN" dirty="0"/>
              <a:t> A[], </a:t>
            </a:r>
            <a:r>
              <a:rPr lang="en-IN" dirty="0" err="1"/>
              <a:t>int</a:t>
            </a:r>
            <a:r>
              <a:rPr lang="en-IN" dirty="0"/>
              <a:t> n, </a:t>
            </a:r>
            <a:r>
              <a:rPr lang="en-IN" dirty="0" err="1"/>
              <a:t>int</a:t>
            </a:r>
            <a:r>
              <a:rPr lang="en-IN" dirty="0"/>
              <a:t> k)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If (! Sorted)</a:t>
            </a:r>
          </a:p>
          <a:p>
            <a:pPr marL="0" indent="0">
              <a:buNone/>
            </a:pPr>
            <a:r>
              <a:rPr lang="en-IN" dirty="0"/>
              <a:t>Sort(</a:t>
            </a:r>
            <a:r>
              <a:rPr lang="en-IN" dirty="0" err="1"/>
              <a:t>A,n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return A[k]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Running Time is O(n log n)</a:t>
            </a:r>
          </a:p>
        </p:txBody>
      </p:sp>
    </p:spTree>
    <p:extLst>
      <p:ext uri="{BB962C8B-B14F-4D97-AF65-F5344CB8AC3E}">
        <p14:creationId xmlns:p14="http://schemas.microsoft.com/office/powerpoint/2010/main" val="2090547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7056784" cy="547260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85000" lnSpcReduction="20000"/>
          </a:bodyPr>
          <a:lstStyle/>
          <a:p>
            <a:r>
              <a:rPr lang="en-IN" b="1" i="1" dirty="0">
                <a:solidFill>
                  <a:srgbClr val="FF0000"/>
                </a:solidFill>
              </a:rPr>
              <a:t>To find n different </a:t>
            </a:r>
            <a:r>
              <a:rPr lang="en-IN" b="1" i="1" dirty="0" err="1">
                <a:solidFill>
                  <a:srgbClr val="FF0000"/>
                </a:solidFill>
              </a:rPr>
              <a:t>kth</a:t>
            </a:r>
            <a:r>
              <a:rPr lang="en-IN" b="1" i="1" dirty="0">
                <a:solidFill>
                  <a:srgbClr val="FF0000"/>
                </a:solidFill>
              </a:rPr>
              <a:t> smallest element </a:t>
            </a:r>
          </a:p>
          <a:p>
            <a:pPr marL="0" indent="0">
              <a:buNone/>
            </a:pPr>
            <a:r>
              <a:rPr lang="en-IN" dirty="0"/>
              <a:t>K= 1</a:t>
            </a:r>
            <a:r>
              <a:rPr lang="en-IN" baseline="30000" dirty="0"/>
              <a:t>st</a:t>
            </a:r>
            <a:r>
              <a:rPr lang="en-IN" dirty="0"/>
              <a:t>, 10</a:t>
            </a:r>
            <a:r>
              <a:rPr lang="en-IN" baseline="30000" dirty="0"/>
              <a:t>th</a:t>
            </a:r>
            <a:r>
              <a:rPr lang="en-IN" dirty="0"/>
              <a:t>, 50</a:t>
            </a:r>
            <a:r>
              <a:rPr lang="en-IN" baseline="30000" dirty="0"/>
              <a:t>th</a:t>
            </a:r>
            <a:r>
              <a:rPr lang="en-IN" dirty="0"/>
              <a:t>  …..</a:t>
            </a:r>
          </a:p>
          <a:p>
            <a:pPr marL="0" indent="0">
              <a:buNone/>
            </a:pPr>
            <a:r>
              <a:rPr lang="en-IN" dirty="0"/>
              <a:t>Worst Case 	 n* (n log n)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Amortized cost per operation </a:t>
            </a:r>
          </a:p>
          <a:p>
            <a:pPr marL="0" indent="0">
              <a:buNone/>
            </a:pPr>
            <a:r>
              <a:rPr lang="en-IN" dirty="0"/>
              <a:t>                         = Total cost of k operations/k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Amortized Analysis </a:t>
            </a:r>
          </a:p>
          <a:p>
            <a:pPr marL="0" indent="0">
              <a:buNone/>
            </a:pPr>
            <a:r>
              <a:rPr lang="en-IN" dirty="0"/>
              <a:t>(</a:t>
            </a:r>
            <a:r>
              <a:rPr lang="en-IN" dirty="0" err="1"/>
              <a:t>nlogn</a:t>
            </a:r>
            <a:r>
              <a:rPr lang="en-IN" dirty="0"/>
              <a:t>)+O(1)+O(1)+……….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nlogn</a:t>
            </a:r>
            <a:r>
              <a:rPr lang="en-IN" dirty="0"/>
              <a:t> +1+1+…..(n-1)  = (</a:t>
            </a:r>
            <a:r>
              <a:rPr lang="en-IN" dirty="0" err="1"/>
              <a:t>nlogn+n</a:t>
            </a:r>
            <a:r>
              <a:rPr lang="en-IN" dirty="0"/>
              <a:t>)/n </a:t>
            </a:r>
          </a:p>
          <a:p>
            <a:pPr marL="0" indent="0">
              <a:buNone/>
            </a:pPr>
            <a:r>
              <a:rPr lang="en-IN" dirty="0"/>
              <a:t>                                      = O(logn+1)    =</a:t>
            </a:r>
            <a:r>
              <a:rPr lang="en-IN" dirty="0" err="1"/>
              <a:t>logn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0120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65" y="1124744"/>
            <a:ext cx="7578671" cy="5577483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i="1" dirty="0">
                <a:solidFill>
                  <a:srgbClr val="FF0000"/>
                </a:solidFill>
              </a:rPr>
              <a:t>Scenario – doubling the space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000" i="1" dirty="0"/>
              <a:t>Ex: (Adding puppies)</a:t>
            </a:r>
          </a:p>
          <a:p>
            <a:r>
              <a:rPr lang="en-IN" dirty="0"/>
              <a:t>If there is a space</a:t>
            </a:r>
          </a:p>
          <a:p>
            <a:pPr lvl="1"/>
            <a:r>
              <a:rPr lang="en-IN" dirty="0"/>
              <a:t>Add puppy in free space O(1)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r>
              <a:rPr lang="en-IN" dirty="0"/>
              <a:t>If there is no space left </a:t>
            </a:r>
          </a:p>
          <a:p>
            <a:pPr marL="457200" lvl="1" indent="0">
              <a:buNone/>
            </a:pPr>
            <a:r>
              <a:rPr lang="en-IN" dirty="0"/>
              <a:t>	-buy a space with 2 X storage       (1 unit )</a:t>
            </a:r>
          </a:p>
          <a:p>
            <a:pPr marL="457200" lvl="1" indent="0">
              <a:buNone/>
            </a:pPr>
            <a:r>
              <a:rPr lang="en-IN" dirty="0"/>
              <a:t>     -Move all puppies in new facility  ( N + 1 unit)</a:t>
            </a:r>
          </a:p>
          <a:p>
            <a:pPr marL="457200" lvl="1" indent="0">
              <a:buNone/>
            </a:pPr>
            <a:r>
              <a:rPr lang="en-IN" dirty="0"/>
              <a:t>     -Total Cost = 1+N+1 = O(N)</a:t>
            </a:r>
          </a:p>
        </p:txBody>
      </p:sp>
    </p:spTree>
    <p:extLst>
      <p:ext uri="{BB962C8B-B14F-4D97-AF65-F5344CB8AC3E}">
        <p14:creationId xmlns:p14="http://schemas.microsoft.com/office/powerpoint/2010/main" val="2205778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99789"/>
            <a:ext cx="8640959" cy="62255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2719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4377604"/>
            <a:ext cx="6480720" cy="2291749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Observation</a:t>
            </a:r>
          </a:p>
          <a:p>
            <a:r>
              <a:rPr lang="en-IN" sz="2800" dirty="0"/>
              <a:t>-it is only expensive when full</a:t>
            </a:r>
          </a:p>
          <a:p>
            <a:r>
              <a:rPr lang="en-IN" sz="2800" dirty="0"/>
              <a:t>Many cheap add after expensive one</a:t>
            </a:r>
          </a:p>
          <a:p>
            <a:r>
              <a:rPr lang="en-IN" sz="2800" dirty="0"/>
              <a:t>Spread out the expensive cost uniformly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613184"/>
            <a:ext cx="5906939" cy="3734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300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795128"/>
            <a:ext cx="3600400" cy="3267744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IN" sz="3800" b="1" dirty="0"/>
              <a:t>Sequence of Operations </a:t>
            </a:r>
          </a:p>
          <a:p>
            <a:pPr marL="0" indent="0" algn="ctr">
              <a:buNone/>
            </a:pPr>
            <a:r>
              <a:rPr lang="en-IN" sz="3800" b="1" dirty="0"/>
              <a:t>PUSH, POP, MULTIPOP</a:t>
            </a:r>
          </a:p>
          <a:p>
            <a:pPr marL="0" indent="0">
              <a:buNone/>
            </a:pPr>
            <a:r>
              <a:rPr lang="en-IN" u="sng" dirty="0"/>
              <a:t>Actual Cost</a:t>
            </a:r>
          </a:p>
          <a:p>
            <a:r>
              <a:rPr lang="en-IN" dirty="0"/>
              <a:t>PUSH 		0(1)	1</a:t>
            </a:r>
          </a:p>
          <a:p>
            <a:r>
              <a:rPr lang="en-IN" dirty="0"/>
              <a:t>POP		0(1)	1</a:t>
            </a:r>
          </a:p>
          <a:p>
            <a:r>
              <a:rPr lang="en-IN" dirty="0" err="1"/>
              <a:t>Multipop</a:t>
            </a:r>
            <a:r>
              <a:rPr lang="en-IN" dirty="0"/>
              <a:t> (</a:t>
            </a:r>
            <a:r>
              <a:rPr lang="en-IN" dirty="0" err="1"/>
              <a:t>S,k</a:t>
            </a:r>
            <a:r>
              <a:rPr lang="en-IN" dirty="0"/>
              <a:t>)	 min(</a:t>
            </a:r>
            <a:r>
              <a:rPr lang="en-IN" dirty="0" err="1"/>
              <a:t>S,k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u="sng" dirty="0"/>
              <a:t>Amortized analysis</a:t>
            </a:r>
          </a:p>
          <a:p>
            <a:r>
              <a:rPr lang="en-IN" dirty="0"/>
              <a:t>PUSH 		2</a:t>
            </a:r>
          </a:p>
          <a:p>
            <a:r>
              <a:rPr lang="en-IN" dirty="0"/>
              <a:t>POP		0</a:t>
            </a:r>
          </a:p>
          <a:p>
            <a:r>
              <a:rPr lang="en-IN" dirty="0" err="1"/>
              <a:t>Multipop</a:t>
            </a:r>
            <a:r>
              <a:rPr lang="en-IN" dirty="0"/>
              <a:t> (</a:t>
            </a:r>
            <a:r>
              <a:rPr lang="en-IN" dirty="0" err="1"/>
              <a:t>S,k</a:t>
            </a:r>
            <a:r>
              <a:rPr lang="en-IN" dirty="0"/>
              <a:t>) 	0	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DD5DA7-4541-9F99-96F2-CC31A71FEC4B}"/>
              </a:ext>
            </a:extLst>
          </p:cNvPr>
          <p:cNvSpPr txBox="1"/>
          <p:nvPr/>
        </p:nvSpPr>
        <p:spPr>
          <a:xfrm>
            <a:off x="4860032" y="2042845"/>
            <a:ext cx="2680414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400" dirty="0" err="1"/>
              <a:t>Multipop</a:t>
            </a:r>
            <a:r>
              <a:rPr lang="en-IN" sz="1400" dirty="0"/>
              <a:t>(</a:t>
            </a:r>
            <a:r>
              <a:rPr lang="en-IN" sz="1400" dirty="0" err="1"/>
              <a:t>S,k</a:t>
            </a:r>
            <a:r>
              <a:rPr lang="en-IN" sz="1400" dirty="0"/>
              <a:t>)</a:t>
            </a:r>
          </a:p>
          <a:p>
            <a:r>
              <a:rPr lang="en-IN" sz="1400" dirty="0"/>
              <a:t>While not </a:t>
            </a:r>
            <a:r>
              <a:rPr lang="en-IN" sz="1400" dirty="0" err="1"/>
              <a:t>stackEmpty</a:t>
            </a:r>
            <a:r>
              <a:rPr lang="en-IN" sz="1400" dirty="0"/>
              <a:t>(S) and k&lt;&gt;0</a:t>
            </a:r>
          </a:p>
          <a:p>
            <a:r>
              <a:rPr lang="en-IN" sz="1400" dirty="0"/>
              <a:t>Do POP S</a:t>
            </a:r>
          </a:p>
          <a:p>
            <a:r>
              <a:rPr lang="en-IN" sz="1400" dirty="0"/>
              <a:t>K=k-1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9C4FF-E546-A6E6-45B0-180901F2DC49}"/>
              </a:ext>
            </a:extLst>
          </p:cNvPr>
          <p:cNvSpPr txBox="1"/>
          <p:nvPr/>
        </p:nvSpPr>
        <p:spPr>
          <a:xfrm>
            <a:off x="4518248" y="3861048"/>
            <a:ext cx="4572000" cy="28623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/>
              <a:t>Total cost for n sequence of operations	= 2n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>
                <a:sym typeface="Wingdings" pitchFamily="2" charset="2"/>
              </a:rPr>
              <a:t>Amortized cost/operation	</a:t>
            </a:r>
          </a:p>
          <a:p>
            <a:pPr marL="0" indent="0">
              <a:buNone/>
            </a:pPr>
            <a:r>
              <a:rPr lang="en-IN" dirty="0">
                <a:sym typeface="Wingdings" pitchFamily="2" charset="2"/>
              </a:rPr>
              <a:t>				= Total Cost / Total Ops</a:t>
            </a:r>
          </a:p>
          <a:p>
            <a:pPr marL="0" indent="0">
              <a:buNone/>
            </a:pPr>
            <a:r>
              <a:rPr lang="en-IN" dirty="0">
                <a:sym typeface="Wingdings" pitchFamily="2" charset="2"/>
              </a:rPr>
              <a:t>				= 2n / n</a:t>
            </a:r>
          </a:p>
          <a:p>
            <a:pPr marL="0" indent="0">
              <a:buNone/>
            </a:pPr>
            <a:r>
              <a:rPr lang="en-IN" dirty="0">
                <a:sym typeface="Wingdings" pitchFamily="2" charset="2"/>
              </a:rPr>
              <a:t>				= 2 (constant )  </a:t>
            </a:r>
          </a:p>
          <a:p>
            <a:pPr marL="0" indent="0">
              <a:buNone/>
            </a:pPr>
            <a:r>
              <a:rPr lang="en-IN" dirty="0">
                <a:sym typeface="Wingdings" pitchFamily="2" charset="2"/>
              </a:rPr>
              <a:t>Therefore Effective cost per operation in constant  i.e. O(1).</a:t>
            </a:r>
          </a:p>
        </p:txBody>
      </p:sp>
    </p:spTree>
    <p:extLst>
      <p:ext uri="{BB962C8B-B14F-4D97-AF65-F5344CB8AC3E}">
        <p14:creationId xmlns:p14="http://schemas.microsoft.com/office/powerpoint/2010/main" val="725330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636</Words>
  <Application>Microsoft Office PowerPoint</Application>
  <PresentationFormat>On-screen Show (4:3)</PresentationFormat>
  <Paragraphs>90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Amortized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Amortized Analysis</dc:title>
  <dc:creator>ASHISH SETH</dc:creator>
  <cp:lastModifiedBy>Ashish Seth</cp:lastModifiedBy>
  <cp:revision>22</cp:revision>
  <dcterms:created xsi:type="dcterms:W3CDTF">2016-10-16T12:58:37Z</dcterms:created>
  <dcterms:modified xsi:type="dcterms:W3CDTF">2024-12-05T05:12:23Z</dcterms:modified>
</cp:coreProperties>
</file>