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9" r:id="rId1"/>
  </p:sldMasterIdLst>
  <p:notesMasterIdLst>
    <p:notesMasterId r:id="rId33"/>
  </p:notesMasterIdLst>
  <p:handoutMasterIdLst>
    <p:handoutMasterId r:id="rId34"/>
  </p:handoutMasterIdLst>
  <p:sldIdLst>
    <p:sldId id="268" r:id="rId2"/>
    <p:sldId id="371" r:id="rId3"/>
    <p:sldId id="366" r:id="rId4"/>
    <p:sldId id="367" r:id="rId5"/>
    <p:sldId id="349" r:id="rId6"/>
    <p:sldId id="350" r:id="rId7"/>
    <p:sldId id="351" r:id="rId8"/>
    <p:sldId id="352" r:id="rId9"/>
    <p:sldId id="369" r:id="rId10"/>
    <p:sldId id="373" r:id="rId11"/>
    <p:sldId id="353" r:id="rId12"/>
    <p:sldId id="354" r:id="rId13"/>
    <p:sldId id="356" r:id="rId14"/>
    <p:sldId id="368" r:id="rId15"/>
    <p:sldId id="372" r:id="rId16"/>
    <p:sldId id="357" r:id="rId17"/>
    <p:sldId id="358" r:id="rId18"/>
    <p:sldId id="376" r:id="rId19"/>
    <p:sldId id="359" r:id="rId20"/>
    <p:sldId id="374" r:id="rId21"/>
    <p:sldId id="360" r:id="rId22"/>
    <p:sldId id="361" r:id="rId23"/>
    <p:sldId id="362" r:id="rId24"/>
    <p:sldId id="363" r:id="rId25"/>
    <p:sldId id="364" r:id="rId26"/>
    <p:sldId id="365" r:id="rId27"/>
    <p:sldId id="377" r:id="rId28"/>
    <p:sldId id="381" r:id="rId29"/>
    <p:sldId id="378" r:id="rId30"/>
    <p:sldId id="380" r:id="rId31"/>
    <p:sldId id="375" r:id="rId32"/>
  </p:sldIdLst>
  <p:sldSz cx="9144000" cy="6858000" type="screen4x3"/>
  <p:notesSz cx="6985000" cy="9282113"/>
  <p:defaultTextStyle>
    <a:defPPr>
      <a:defRPr lang="en-US"/>
    </a:defPPr>
    <a:lvl1pPr algn="l" rtl="0" eaLnBrk="0" fontAlgn="base" hangingPunct="0">
      <a:spcBef>
        <a:spcPct val="0"/>
      </a:spcBef>
      <a:spcAft>
        <a:spcPct val="0"/>
      </a:spcAft>
      <a:defRPr sz="2000" b="1" kern="1200">
        <a:solidFill>
          <a:schemeClr val="tx2"/>
        </a:solidFill>
        <a:latin typeface="Comic Sans MS" panose="030F0702030302020204" pitchFamily="66" charset="0"/>
        <a:ea typeface="+mn-ea"/>
        <a:cs typeface="+mn-cs"/>
      </a:defRPr>
    </a:lvl1pPr>
    <a:lvl2pPr marL="457200" algn="l" rtl="0" eaLnBrk="0" fontAlgn="base" hangingPunct="0">
      <a:spcBef>
        <a:spcPct val="0"/>
      </a:spcBef>
      <a:spcAft>
        <a:spcPct val="0"/>
      </a:spcAft>
      <a:defRPr sz="2000" b="1" kern="1200">
        <a:solidFill>
          <a:schemeClr val="tx2"/>
        </a:solidFill>
        <a:latin typeface="Comic Sans MS" panose="030F0702030302020204" pitchFamily="66" charset="0"/>
        <a:ea typeface="+mn-ea"/>
        <a:cs typeface="+mn-cs"/>
      </a:defRPr>
    </a:lvl2pPr>
    <a:lvl3pPr marL="914400" algn="l" rtl="0" eaLnBrk="0" fontAlgn="base" hangingPunct="0">
      <a:spcBef>
        <a:spcPct val="0"/>
      </a:spcBef>
      <a:spcAft>
        <a:spcPct val="0"/>
      </a:spcAft>
      <a:defRPr sz="2000" b="1" kern="1200">
        <a:solidFill>
          <a:schemeClr val="tx2"/>
        </a:solidFill>
        <a:latin typeface="Comic Sans MS" panose="030F0702030302020204" pitchFamily="66" charset="0"/>
        <a:ea typeface="+mn-ea"/>
        <a:cs typeface="+mn-cs"/>
      </a:defRPr>
    </a:lvl3pPr>
    <a:lvl4pPr marL="1371600" algn="l" rtl="0" eaLnBrk="0" fontAlgn="base" hangingPunct="0">
      <a:spcBef>
        <a:spcPct val="0"/>
      </a:spcBef>
      <a:spcAft>
        <a:spcPct val="0"/>
      </a:spcAft>
      <a:defRPr sz="2000" b="1" kern="1200">
        <a:solidFill>
          <a:schemeClr val="tx2"/>
        </a:solidFill>
        <a:latin typeface="Comic Sans MS" panose="030F0702030302020204" pitchFamily="66" charset="0"/>
        <a:ea typeface="+mn-ea"/>
        <a:cs typeface="+mn-cs"/>
      </a:defRPr>
    </a:lvl4pPr>
    <a:lvl5pPr marL="1828800" algn="l" rtl="0" eaLnBrk="0" fontAlgn="base" hangingPunct="0">
      <a:spcBef>
        <a:spcPct val="0"/>
      </a:spcBef>
      <a:spcAft>
        <a:spcPct val="0"/>
      </a:spcAft>
      <a:defRPr sz="2000" b="1" kern="1200">
        <a:solidFill>
          <a:schemeClr val="tx2"/>
        </a:solidFill>
        <a:latin typeface="Comic Sans MS" panose="030F0702030302020204" pitchFamily="66" charset="0"/>
        <a:ea typeface="+mn-ea"/>
        <a:cs typeface="+mn-cs"/>
      </a:defRPr>
    </a:lvl5pPr>
    <a:lvl6pPr marL="2286000" algn="l" defTabSz="914400" rtl="0" eaLnBrk="1" latinLnBrk="0" hangingPunct="1">
      <a:defRPr sz="2000" b="1" kern="1200">
        <a:solidFill>
          <a:schemeClr val="tx2"/>
        </a:solidFill>
        <a:latin typeface="Comic Sans MS" panose="030F0702030302020204" pitchFamily="66" charset="0"/>
        <a:ea typeface="+mn-ea"/>
        <a:cs typeface="+mn-cs"/>
      </a:defRPr>
    </a:lvl6pPr>
    <a:lvl7pPr marL="2743200" algn="l" defTabSz="914400" rtl="0" eaLnBrk="1" latinLnBrk="0" hangingPunct="1">
      <a:defRPr sz="2000" b="1" kern="1200">
        <a:solidFill>
          <a:schemeClr val="tx2"/>
        </a:solidFill>
        <a:latin typeface="Comic Sans MS" panose="030F0702030302020204" pitchFamily="66" charset="0"/>
        <a:ea typeface="+mn-ea"/>
        <a:cs typeface="+mn-cs"/>
      </a:defRPr>
    </a:lvl7pPr>
    <a:lvl8pPr marL="3200400" algn="l" defTabSz="914400" rtl="0" eaLnBrk="1" latinLnBrk="0" hangingPunct="1">
      <a:defRPr sz="2000" b="1" kern="1200">
        <a:solidFill>
          <a:schemeClr val="tx2"/>
        </a:solidFill>
        <a:latin typeface="Comic Sans MS" panose="030F0702030302020204" pitchFamily="66" charset="0"/>
        <a:ea typeface="+mn-ea"/>
        <a:cs typeface="+mn-cs"/>
      </a:defRPr>
    </a:lvl8pPr>
    <a:lvl9pPr marL="3657600" algn="l" defTabSz="914400" rtl="0" eaLnBrk="1" latinLnBrk="0" hangingPunct="1">
      <a:defRPr sz="2000" b="1" kern="1200">
        <a:solidFill>
          <a:schemeClr val="tx2"/>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3">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DDDDDD"/>
    <a:srgbClr val="33CC33"/>
    <a:srgbClr val="EFFBFF"/>
    <a:srgbClr val="CCE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p:cViewPr varScale="1">
        <p:scale>
          <a:sx n="74" d="100"/>
          <a:sy n="74" d="100"/>
        </p:scale>
        <p:origin x="1742" y="283"/>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84"/>
    </p:cViewPr>
  </p:sorterViewPr>
  <p:notesViewPr>
    <p:cSldViewPr>
      <p:cViewPr varScale="1">
        <p:scale>
          <a:sx n="42" d="100"/>
          <a:sy n="42" d="100"/>
        </p:scale>
        <p:origin x="-1398" y="-108"/>
      </p:cViewPr>
      <p:guideLst>
        <p:guide orient="horz" pos="2923"/>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AE8B6634-5F53-5E5E-3B46-A648A9717122}"/>
              </a:ext>
            </a:extLst>
          </p:cNvPr>
          <p:cNvSpPr>
            <a:spLocks noGrp="1" noChangeArrowheads="1"/>
          </p:cNvSpPr>
          <p:nvPr>
            <p:ph type="hdr" sz="quarter"/>
          </p:nvPr>
        </p:nvSpPr>
        <p:spPr bwMode="auto">
          <a:xfrm>
            <a:off x="0" y="0"/>
            <a:ext cx="3027363" cy="463550"/>
          </a:xfrm>
          <a:prstGeom prst="rect">
            <a:avLst/>
          </a:prstGeom>
          <a:noFill/>
          <a:ln>
            <a:noFill/>
          </a:ln>
          <a:effectLst/>
        </p:spPr>
        <p:txBody>
          <a:bodyPr vert="horz" wrap="square" lIns="92949" tIns="46474" rIns="92949" bIns="46474" numCol="1" anchor="t" anchorCtr="0" compatLnSpc="1">
            <a:prstTxWarp prst="textNoShape">
              <a:avLst/>
            </a:prstTxWarp>
          </a:bodyPr>
          <a:lstStyle>
            <a:lvl1pPr algn="l" defTabSz="930275" eaLnBrk="1" hangingPunct="1">
              <a:spcBef>
                <a:spcPct val="0"/>
              </a:spcBef>
              <a:defRPr sz="1200" b="0">
                <a:solidFill>
                  <a:schemeClr val="tx1"/>
                </a:solidFill>
                <a:ea typeface="Arial Unicode MS" panose="020B0604020202020204" pitchFamily="34" charset="-128"/>
                <a:cs typeface="Arial Unicode MS" panose="020B0604020202020204" pitchFamily="34" charset="-128"/>
              </a:defRPr>
            </a:lvl1pPr>
          </a:lstStyle>
          <a:p>
            <a:pPr>
              <a:defRPr/>
            </a:pPr>
            <a:endParaRPr lang="en-US"/>
          </a:p>
        </p:txBody>
      </p:sp>
      <p:sp>
        <p:nvSpPr>
          <p:cNvPr id="172035" name="Rectangle 3">
            <a:extLst>
              <a:ext uri="{FF2B5EF4-FFF2-40B4-BE49-F238E27FC236}">
                <a16:creationId xmlns:a16="http://schemas.microsoft.com/office/drawing/2014/main" id="{7B0ECBEF-3272-42B1-5049-3C3F073B2FD3}"/>
              </a:ext>
            </a:extLst>
          </p:cNvPr>
          <p:cNvSpPr>
            <a:spLocks noGrp="1" noChangeArrowheads="1"/>
          </p:cNvSpPr>
          <p:nvPr>
            <p:ph type="dt" sz="quarter" idx="1"/>
          </p:nvPr>
        </p:nvSpPr>
        <p:spPr bwMode="auto">
          <a:xfrm>
            <a:off x="3957638" y="0"/>
            <a:ext cx="3027362" cy="463550"/>
          </a:xfrm>
          <a:prstGeom prst="rect">
            <a:avLst/>
          </a:prstGeom>
          <a:noFill/>
          <a:ln>
            <a:noFill/>
          </a:ln>
          <a:effectLst/>
        </p:spPr>
        <p:txBody>
          <a:bodyPr vert="horz" wrap="square" lIns="92949" tIns="46474" rIns="92949" bIns="46474" numCol="1" anchor="t" anchorCtr="0" compatLnSpc="1">
            <a:prstTxWarp prst="textNoShape">
              <a:avLst/>
            </a:prstTxWarp>
          </a:bodyPr>
          <a:lstStyle>
            <a:lvl1pPr algn="r" defTabSz="930275" eaLnBrk="1" hangingPunct="1">
              <a:spcBef>
                <a:spcPct val="0"/>
              </a:spcBef>
              <a:defRPr sz="1200" b="0">
                <a:solidFill>
                  <a:schemeClr val="tx1"/>
                </a:solidFill>
                <a:ea typeface="Arial Unicode MS" panose="020B0604020202020204" pitchFamily="34" charset="-128"/>
                <a:cs typeface="Arial Unicode MS" panose="020B0604020202020204" pitchFamily="34" charset="-128"/>
              </a:defRPr>
            </a:lvl1pPr>
          </a:lstStyle>
          <a:p>
            <a:pPr>
              <a:defRPr/>
            </a:pPr>
            <a:endParaRPr lang="en-US"/>
          </a:p>
        </p:txBody>
      </p:sp>
      <p:sp>
        <p:nvSpPr>
          <p:cNvPr id="172036" name="Rectangle 4">
            <a:extLst>
              <a:ext uri="{FF2B5EF4-FFF2-40B4-BE49-F238E27FC236}">
                <a16:creationId xmlns:a16="http://schemas.microsoft.com/office/drawing/2014/main" id="{560A4734-F0C6-F248-B99A-C19969DA1D0C}"/>
              </a:ext>
            </a:extLst>
          </p:cNvPr>
          <p:cNvSpPr>
            <a:spLocks noGrp="1" noChangeArrowheads="1"/>
          </p:cNvSpPr>
          <p:nvPr>
            <p:ph type="ftr" sz="quarter" idx="2"/>
          </p:nvPr>
        </p:nvSpPr>
        <p:spPr bwMode="auto">
          <a:xfrm>
            <a:off x="0" y="8818563"/>
            <a:ext cx="3027363" cy="463550"/>
          </a:xfrm>
          <a:prstGeom prst="rect">
            <a:avLst/>
          </a:prstGeom>
          <a:noFill/>
          <a:ln>
            <a:noFill/>
          </a:ln>
          <a:effectLst/>
        </p:spPr>
        <p:txBody>
          <a:bodyPr vert="horz" wrap="square" lIns="92949" tIns="46474" rIns="92949" bIns="46474" numCol="1" anchor="b" anchorCtr="0" compatLnSpc="1">
            <a:prstTxWarp prst="textNoShape">
              <a:avLst/>
            </a:prstTxWarp>
          </a:bodyPr>
          <a:lstStyle>
            <a:lvl1pPr algn="l" defTabSz="930275" eaLnBrk="1" hangingPunct="1">
              <a:spcBef>
                <a:spcPct val="0"/>
              </a:spcBef>
              <a:defRPr sz="1200" b="0">
                <a:solidFill>
                  <a:schemeClr val="tx1"/>
                </a:solidFill>
                <a:ea typeface="Arial Unicode MS" panose="020B0604020202020204" pitchFamily="34" charset="-128"/>
                <a:cs typeface="Arial Unicode MS" panose="020B0604020202020204" pitchFamily="34" charset="-128"/>
              </a:defRPr>
            </a:lvl1pPr>
          </a:lstStyle>
          <a:p>
            <a:pPr>
              <a:defRPr/>
            </a:pPr>
            <a:endParaRPr lang="en-US"/>
          </a:p>
        </p:txBody>
      </p:sp>
      <p:sp>
        <p:nvSpPr>
          <p:cNvPr id="172037" name="Rectangle 5">
            <a:extLst>
              <a:ext uri="{FF2B5EF4-FFF2-40B4-BE49-F238E27FC236}">
                <a16:creationId xmlns:a16="http://schemas.microsoft.com/office/drawing/2014/main" id="{F89BBD91-1A94-CF86-8C0F-4AED3DC904EB}"/>
              </a:ext>
            </a:extLst>
          </p:cNvPr>
          <p:cNvSpPr>
            <a:spLocks noGrp="1" noChangeArrowheads="1"/>
          </p:cNvSpPr>
          <p:nvPr>
            <p:ph type="sldNum" sz="quarter" idx="3"/>
          </p:nvPr>
        </p:nvSpPr>
        <p:spPr bwMode="auto">
          <a:xfrm>
            <a:off x="3957638" y="8818563"/>
            <a:ext cx="3027362" cy="463550"/>
          </a:xfrm>
          <a:prstGeom prst="rect">
            <a:avLst/>
          </a:prstGeom>
          <a:noFill/>
          <a:ln>
            <a:noFill/>
          </a:ln>
          <a:effectLst/>
        </p:spPr>
        <p:txBody>
          <a:bodyPr vert="horz" wrap="square" lIns="92949" tIns="46474" rIns="92949" bIns="46474" numCol="1" anchor="b" anchorCtr="0" compatLnSpc="1">
            <a:prstTxWarp prst="textNoShape">
              <a:avLst/>
            </a:prstTxWarp>
          </a:bodyPr>
          <a:lstStyle>
            <a:lvl1pPr algn="r" defTabSz="930275" eaLnBrk="1" hangingPunct="1">
              <a:defRPr sz="1200" b="0">
                <a:solidFill>
                  <a:schemeClr val="tx1"/>
                </a:solidFill>
                <a:ea typeface="Arial Unicode MS" pitchFamily="34" charset="-128"/>
              </a:defRPr>
            </a:lvl1pPr>
          </a:lstStyle>
          <a:p>
            <a:pPr>
              <a:defRPr/>
            </a:pPr>
            <a:fld id="{F4AED580-EBF7-4DE9-A0E7-BE01F775703B}"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C590048-BFB0-1EB5-1E61-02C1E4937AD7}"/>
              </a:ext>
            </a:extLst>
          </p:cNvPr>
          <p:cNvSpPr>
            <a:spLocks noGrp="1" noChangeArrowheads="1"/>
          </p:cNvSpPr>
          <p:nvPr>
            <p:ph type="hdr" sz="quarter"/>
          </p:nvPr>
        </p:nvSpPr>
        <p:spPr bwMode="auto">
          <a:xfrm>
            <a:off x="0" y="0"/>
            <a:ext cx="3027363" cy="463550"/>
          </a:xfrm>
          <a:prstGeom prst="rect">
            <a:avLst/>
          </a:prstGeom>
          <a:noFill/>
          <a:ln>
            <a:noFill/>
          </a:ln>
          <a:effectLst/>
        </p:spPr>
        <p:txBody>
          <a:bodyPr vert="horz" wrap="square" lIns="92949" tIns="46474" rIns="92949" bIns="46474" numCol="1" anchor="t" anchorCtr="0" compatLnSpc="1">
            <a:prstTxWarp prst="textNoShape">
              <a:avLst/>
            </a:prstTxWarp>
          </a:bodyPr>
          <a:lstStyle>
            <a:lvl1pPr algn="l" defTabSz="930275">
              <a:spcBef>
                <a:spcPct val="0"/>
              </a:spcBef>
              <a:defRPr sz="1200" b="0">
                <a:solidFill>
                  <a:schemeClr val="tx1"/>
                </a:solidFill>
                <a:latin typeface="Courier New" panose="02070309020205020404" pitchFamily="49" charset="0"/>
              </a:defRPr>
            </a:lvl1pPr>
          </a:lstStyle>
          <a:p>
            <a:pPr>
              <a:defRPr/>
            </a:pPr>
            <a:endParaRPr lang="en-US"/>
          </a:p>
        </p:txBody>
      </p:sp>
      <p:sp>
        <p:nvSpPr>
          <p:cNvPr id="23555" name="Rectangle 3">
            <a:extLst>
              <a:ext uri="{FF2B5EF4-FFF2-40B4-BE49-F238E27FC236}">
                <a16:creationId xmlns:a16="http://schemas.microsoft.com/office/drawing/2014/main" id="{1748C281-F351-6D74-880B-80CC8108B8BC}"/>
              </a:ext>
            </a:extLst>
          </p:cNvPr>
          <p:cNvSpPr>
            <a:spLocks noGrp="1" noChangeArrowheads="1"/>
          </p:cNvSpPr>
          <p:nvPr>
            <p:ph type="dt" idx="1"/>
          </p:nvPr>
        </p:nvSpPr>
        <p:spPr bwMode="auto">
          <a:xfrm>
            <a:off x="3957638" y="0"/>
            <a:ext cx="3027362" cy="463550"/>
          </a:xfrm>
          <a:prstGeom prst="rect">
            <a:avLst/>
          </a:prstGeom>
          <a:noFill/>
          <a:ln>
            <a:noFill/>
          </a:ln>
          <a:effectLst/>
        </p:spPr>
        <p:txBody>
          <a:bodyPr vert="horz" wrap="square" lIns="92949" tIns="46474" rIns="92949" bIns="46474" numCol="1" anchor="t" anchorCtr="0" compatLnSpc="1">
            <a:prstTxWarp prst="textNoShape">
              <a:avLst/>
            </a:prstTxWarp>
          </a:bodyPr>
          <a:lstStyle>
            <a:lvl1pPr algn="r" defTabSz="930275">
              <a:spcBef>
                <a:spcPct val="0"/>
              </a:spcBef>
              <a:defRPr sz="1200" b="0">
                <a:solidFill>
                  <a:schemeClr val="tx1"/>
                </a:solidFill>
                <a:latin typeface="Courier New" panose="02070309020205020404" pitchFamily="49" charset="0"/>
              </a:defRPr>
            </a:lvl1pPr>
          </a:lstStyle>
          <a:p>
            <a:pPr>
              <a:defRPr/>
            </a:pPr>
            <a:endParaRPr lang="en-US"/>
          </a:p>
        </p:txBody>
      </p:sp>
      <p:sp>
        <p:nvSpPr>
          <p:cNvPr id="3076" name="Rectangle 4">
            <a:extLst>
              <a:ext uri="{FF2B5EF4-FFF2-40B4-BE49-F238E27FC236}">
                <a16:creationId xmlns:a16="http://schemas.microsoft.com/office/drawing/2014/main" id="{0E3D86FC-5154-0B31-0929-6D1EF78AE643}"/>
              </a:ext>
            </a:extLst>
          </p:cNvPr>
          <p:cNvSpPr>
            <a:spLocks noGrp="1" noRot="1" noChangeAspect="1" noChangeArrowheads="1" noTextEdit="1"/>
          </p:cNvSpPr>
          <p:nvPr>
            <p:ph type="sldImg" idx="2"/>
          </p:nvPr>
        </p:nvSpPr>
        <p:spPr bwMode="auto">
          <a:xfrm>
            <a:off x="1171575" y="696913"/>
            <a:ext cx="4641850" cy="34798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a:extLst>
              <a:ext uri="{FF2B5EF4-FFF2-40B4-BE49-F238E27FC236}">
                <a16:creationId xmlns:a16="http://schemas.microsoft.com/office/drawing/2014/main" id="{6C3697F0-F256-CB4E-47AA-28B65D56215A}"/>
              </a:ext>
            </a:extLst>
          </p:cNvPr>
          <p:cNvSpPr>
            <a:spLocks noGrp="1" noChangeArrowheads="1"/>
          </p:cNvSpPr>
          <p:nvPr>
            <p:ph type="body" sz="quarter" idx="3"/>
          </p:nvPr>
        </p:nvSpPr>
        <p:spPr bwMode="auto">
          <a:xfrm>
            <a:off x="931863" y="4408488"/>
            <a:ext cx="5121275" cy="4176712"/>
          </a:xfrm>
          <a:prstGeom prst="rect">
            <a:avLst/>
          </a:prstGeom>
          <a:noFill/>
          <a:ln>
            <a:noFill/>
          </a:ln>
          <a:effectLst/>
        </p:spPr>
        <p:txBody>
          <a:bodyPr vert="horz" wrap="square" lIns="92949" tIns="46474" rIns="92949" bIns="4647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558" name="Rectangle 6">
            <a:extLst>
              <a:ext uri="{FF2B5EF4-FFF2-40B4-BE49-F238E27FC236}">
                <a16:creationId xmlns:a16="http://schemas.microsoft.com/office/drawing/2014/main" id="{E9AD32CF-594E-63B8-5810-5FF83A8DB9F1}"/>
              </a:ext>
            </a:extLst>
          </p:cNvPr>
          <p:cNvSpPr>
            <a:spLocks noGrp="1" noChangeArrowheads="1"/>
          </p:cNvSpPr>
          <p:nvPr>
            <p:ph type="ftr" sz="quarter" idx="4"/>
          </p:nvPr>
        </p:nvSpPr>
        <p:spPr bwMode="auto">
          <a:xfrm>
            <a:off x="0" y="8818563"/>
            <a:ext cx="3027363" cy="463550"/>
          </a:xfrm>
          <a:prstGeom prst="rect">
            <a:avLst/>
          </a:prstGeom>
          <a:noFill/>
          <a:ln>
            <a:noFill/>
          </a:ln>
          <a:effectLst/>
        </p:spPr>
        <p:txBody>
          <a:bodyPr vert="horz" wrap="square" lIns="92949" tIns="46474" rIns="92949" bIns="46474" numCol="1" anchor="b" anchorCtr="0" compatLnSpc="1">
            <a:prstTxWarp prst="textNoShape">
              <a:avLst/>
            </a:prstTxWarp>
          </a:bodyPr>
          <a:lstStyle>
            <a:lvl1pPr algn="l" defTabSz="930275">
              <a:spcBef>
                <a:spcPct val="0"/>
              </a:spcBef>
              <a:defRPr sz="1200" b="0">
                <a:solidFill>
                  <a:schemeClr val="tx1"/>
                </a:solidFill>
                <a:latin typeface="Courier New" panose="02070309020205020404" pitchFamily="49" charset="0"/>
              </a:defRPr>
            </a:lvl1pPr>
          </a:lstStyle>
          <a:p>
            <a:pPr>
              <a:defRPr/>
            </a:pPr>
            <a:endParaRPr lang="en-US"/>
          </a:p>
        </p:txBody>
      </p:sp>
      <p:sp>
        <p:nvSpPr>
          <p:cNvPr id="23559" name="Rectangle 7">
            <a:extLst>
              <a:ext uri="{FF2B5EF4-FFF2-40B4-BE49-F238E27FC236}">
                <a16:creationId xmlns:a16="http://schemas.microsoft.com/office/drawing/2014/main" id="{DB671C53-F0D3-1EB3-ACFE-65ED9046E72B}"/>
              </a:ext>
            </a:extLst>
          </p:cNvPr>
          <p:cNvSpPr>
            <a:spLocks noGrp="1" noChangeArrowheads="1"/>
          </p:cNvSpPr>
          <p:nvPr>
            <p:ph type="sldNum" sz="quarter" idx="5"/>
          </p:nvPr>
        </p:nvSpPr>
        <p:spPr bwMode="auto">
          <a:xfrm>
            <a:off x="3957638" y="8818563"/>
            <a:ext cx="3027362" cy="463550"/>
          </a:xfrm>
          <a:prstGeom prst="rect">
            <a:avLst/>
          </a:prstGeom>
          <a:noFill/>
          <a:ln>
            <a:noFill/>
          </a:ln>
          <a:effectLst/>
        </p:spPr>
        <p:txBody>
          <a:bodyPr vert="horz" wrap="square" lIns="92949" tIns="46474" rIns="92949" bIns="46474" numCol="1" anchor="b" anchorCtr="0" compatLnSpc="1">
            <a:prstTxWarp prst="textNoShape">
              <a:avLst/>
            </a:prstTxWarp>
          </a:bodyPr>
          <a:lstStyle>
            <a:lvl1pPr algn="r" defTabSz="930275">
              <a:defRPr sz="1200" b="0">
                <a:solidFill>
                  <a:schemeClr val="tx1"/>
                </a:solidFill>
                <a:latin typeface="Courier New" panose="02070309020205020404" pitchFamily="49" charset="0"/>
              </a:defRPr>
            </a:lvl1pPr>
          </a:lstStyle>
          <a:p>
            <a:pPr>
              <a:defRPr/>
            </a:pPr>
            <a:fld id="{D168BB94-A936-45B9-8FB6-343A5E8322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ourier New" panose="02070309020205020404" pitchFamily="49" charset="0"/>
        <a:ea typeface="+mn-ea"/>
        <a:cs typeface="+mn-cs"/>
      </a:defRPr>
    </a:lvl1pPr>
    <a:lvl2pPr marL="457200" algn="l" rtl="0" eaLnBrk="0" fontAlgn="base" hangingPunct="0">
      <a:spcBef>
        <a:spcPct val="30000"/>
      </a:spcBef>
      <a:spcAft>
        <a:spcPct val="0"/>
      </a:spcAft>
      <a:defRPr sz="1200" kern="1200">
        <a:solidFill>
          <a:schemeClr val="tx1"/>
        </a:solidFill>
        <a:latin typeface="Courier New" panose="02070309020205020404" pitchFamily="49" charset="0"/>
        <a:ea typeface="+mn-ea"/>
        <a:cs typeface="+mn-cs"/>
      </a:defRPr>
    </a:lvl2pPr>
    <a:lvl3pPr marL="914400" algn="l" rtl="0" eaLnBrk="0" fontAlgn="base" hangingPunct="0">
      <a:spcBef>
        <a:spcPct val="30000"/>
      </a:spcBef>
      <a:spcAft>
        <a:spcPct val="0"/>
      </a:spcAft>
      <a:defRPr sz="1200" kern="1200">
        <a:solidFill>
          <a:schemeClr val="tx1"/>
        </a:solidFill>
        <a:latin typeface="Courier New" panose="02070309020205020404" pitchFamily="49" charset="0"/>
        <a:ea typeface="+mn-ea"/>
        <a:cs typeface="+mn-cs"/>
      </a:defRPr>
    </a:lvl3pPr>
    <a:lvl4pPr marL="1371600" algn="l" rtl="0" eaLnBrk="0" fontAlgn="base" hangingPunct="0">
      <a:spcBef>
        <a:spcPct val="30000"/>
      </a:spcBef>
      <a:spcAft>
        <a:spcPct val="0"/>
      </a:spcAft>
      <a:defRPr sz="1200" kern="1200">
        <a:solidFill>
          <a:schemeClr val="tx1"/>
        </a:solidFill>
        <a:latin typeface="Courier New" panose="02070309020205020404" pitchFamily="49" charset="0"/>
        <a:ea typeface="+mn-ea"/>
        <a:cs typeface="+mn-cs"/>
      </a:defRPr>
    </a:lvl4pPr>
    <a:lvl5pPr marL="1828800" algn="l" rtl="0" eaLnBrk="0" fontAlgn="base" hangingPunct="0">
      <a:spcBef>
        <a:spcPct val="30000"/>
      </a:spcBef>
      <a:spcAft>
        <a:spcPct val="0"/>
      </a:spcAft>
      <a:defRPr sz="1200" kern="1200">
        <a:solidFill>
          <a:schemeClr val="tx1"/>
        </a:solidFill>
        <a:latin typeface="Courier New" panose="02070309020205020404" pitchFamily="49"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53EC4753-3B65-4AAF-2D6E-8DE6F21EBD0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30275">
              <a:defRPr sz="2000" b="1">
                <a:solidFill>
                  <a:schemeClr val="tx2"/>
                </a:solidFill>
                <a:latin typeface="Comic Sans MS" panose="030F0702030302020204" pitchFamily="66" charset="0"/>
              </a:defRPr>
            </a:lvl1pPr>
            <a:lvl2pPr marL="742950" indent="-285750" defTabSz="930275">
              <a:defRPr sz="2000" b="1">
                <a:solidFill>
                  <a:schemeClr val="tx2"/>
                </a:solidFill>
                <a:latin typeface="Comic Sans MS" panose="030F0702030302020204" pitchFamily="66" charset="0"/>
              </a:defRPr>
            </a:lvl2pPr>
            <a:lvl3pPr marL="1143000" indent="-228600" defTabSz="930275">
              <a:defRPr sz="2000" b="1">
                <a:solidFill>
                  <a:schemeClr val="tx2"/>
                </a:solidFill>
                <a:latin typeface="Comic Sans MS" panose="030F0702030302020204" pitchFamily="66" charset="0"/>
              </a:defRPr>
            </a:lvl3pPr>
            <a:lvl4pPr marL="1600200" indent="-228600" defTabSz="930275">
              <a:defRPr sz="2000" b="1">
                <a:solidFill>
                  <a:schemeClr val="tx2"/>
                </a:solidFill>
                <a:latin typeface="Comic Sans MS" panose="030F0702030302020204" pitchFamily="66" charset="0"/>
              </a:defRPr>
            </a:lvl4pPr>
            <a:lvl5pPr marL="2057400" indent="-228600" defTabSz="930275">
              <a:defRPr sz="2000" b="1">
                <a:solidFill>
                  <a:schemeClr val="tx2"/>
                </a:solidFill>
                <a:latin typeface="Comic Sans MS" panose="030F0702030302020204" pitchFamily="66" charset="0"/>
              </a:defRPr>
            </a:lvl5pPr>
            <a:lvl6pPr marL="2514600" indent="-228600" defTabSz="930275" eaLnBrk="0" fontAlgn="base" hangingPunct="0">
              <a:spcBef>
                <a:spcPct val="0"/>
              </a:spcBef>
              <a:spcAft>
                <a:spcPct val="0"/>
              </a:spcAft>
              <a:defRPr sz="2000" b="1">
                <a:solidFill>
                  <a:schemeClr val="tx2"/>
                </a:solidFill>
                <a:latin typeface="Comic Sans MS" panose="030F0702030302020204" pitchFamily="66" charset="0"/>
              </a:defRPr>
            </a:lvl6pPr>
            <a:lvl7pPr marL="2971800" indent="-228600" defTabSz="930275" eaLnBrk="0" fontAlgn="base" hangingPunct="0">
              <a:spcBef>
                <a:spcPct val="0"/>
              </a:spcBef>
              <a:spcAft>
                <a:spcPct val="0"/>
              </a:spcAft>
              <a:defRPr sz="2000" b="1">
                <a:solidFill>
                  <a:schemeClr val="tx2"/>
                </a:solidFill>
                <a:latin typeface="Comic Sans MS" panose="030F0702030302020204" pitchFamily="66" charset="0"/>
              </a:defRPr>
            </a:lvl7pPr>
            <a:lvl8pPr marL="3429000" indent="-228600" defTabSz="930275" eaLnBrk="0" fontAlgn="base" hangingPunct="0">
              <a:spcBef>
                <a:spcPct val="0"/>
              </a:spcBef>
              <a:spcAft>
                <a:spcPct val="0"/>
              </a:spcAft>
              <a:defRPr sz="2000" b="1">
                <a:solidFill>
                  <a:schemeClr val="tx2"/>
                </a:solidFill>
                <a:latin typeface="Comic Sans MS" panose="030F0702030302020204" pitchFamily="66" charset="0"/>
              </a:defRPr>
            </a:lvl8pPr>
            <a:lvl9pPr marL="3886200" indent="-228600" defTabSz="930275" eaLnBrk="0" fontAlgn="base" hangingPunct="0">
              <a:spcBef>
                <a:spcPct val="0"/>
              </a:spcBef>
              <a:spcAft>
                <a:spcPct val="0"/>
              </a:spcAft>
              <a:defRPr sz="2000" b="1">
                <a:solidFill>
                  <a:schemeClr val="tx2"/>
                </a:solidFill>
                <a:latin typeface="Comic Sans MS" panose="030F0702030302020204" pitchFamily="66" charset="0"/>
              </a:defRPr>
            </a:lvl9pPr>
          </a:lstStyle>
          <a:p>
            <a:fld id="{00C8162B-367E-49D9-BE77-3FE2DE3B79C9}" type="slidenum">
              <a:rPr lang="en-US" altLang="en-US" sz="1200" b="0" smtClean="0">
                <a:solidFill>
                  <a:schemeClr val="tx1"/>
                </a:solidFill>
                <a:latin typeface="Courier New" panose="02070309020205020404" pitchFamily="49" charset="0"/>
              </a:rPr>
              <a:pPr/>
              <a:t>1</a:t>
            </a:fld>
            <a:endParaRPr lang="en-US" altLang="en-US" sz="1200" b="0">
              <a:solidFill>
                <a:schemeClr val="tx1"/>
              </a:solidFill>
              <a:latin typeface="Courier New" panose="02070309020205020404" pitchFamily="49" charset="0"/>
            </a:endParaRPr>
          </a:p>
        </p:txBody>
      </p:sp>
      <p:sp>
        <p:nvSpPr>
          <p:cNvPr id="6147" name="Rectangle 1026">
            <a:extLst>
              <a:ext uri="{FF2B5EF4-FFF2-40B4-BE49-F238E27FC236}">
                <a16:creationId xmlns:a16="http://schemas.microsoft.com/office/drawing/2014/main" id="{882AB57B-97C5-0153-8AED-6B8A92778EBF}"/>
              </a:ext>
            </a:extLst>
          </p:cNvPr>
          <p:cNvSpPr>
            <a:spLocks noGrp="1" noRot="1" noChangeAspect="1" noChangeArrowheads="1" noTextEdit="1"/>
          </p:cNvSpPr>
          <p:nvPr>
            <p:ph type="sldImg"/>
          </p:nvPr>
        </p:nvSpPr>
        <p:spPr>
          <a:xfrm>
            <a:off x="1173163" y="696913"/>
            <a:ext cx="4638675" cy="3479800"/>
          </a:xfrm>
          <a:ln/>
        </p:spPr>
      </p:sp>
      <p:sp>
        <p:nvSpPr>
          <p:cNvPr id="6148" name="Rectangle 1027">
            <a:extLst>
              <a:ext uri="{FF2B5EF4-FFF2-40B4-BE49-F238E27FC236}">
                <a16:creationId xmlns:a16="http://schemas.microsoft.com/office/drawing/2014/main" id="{1EA189E6-6184-FF43-C873-65494C54312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B50B662D-ECEB-A6EB-CE9B-ED2B3633BCB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30275">
              <a:defRPr sz="2000" b="1">
                <a:solidFill>
                  <a:schemeClr val="tx2"/>
                </a:solidFill>
                <a:latin typeface="Comic Sans MS" panose="030F0702030302020204" pitchFamily="66" charset="0"/>
              </a:defRPr>
            </a:lvl1pPr>
            <a:lvl2pPr marL="742950" indent="-285750" defTabSz="930275">
              <a:defRPr sz="2000" b="1">
                <a:solidFill>
                  <a:schemeClr val="tx2"/>
                </a:solidFill>
                <a:latin typeface="Comic Sans MS" panose="030F0702030302020204" pitchFamily="66" charset="0"/>
              </a:defRPr>
            </a:lvl2pPr>
            <a:lvl3pPr marL="1143000" indent="-228600" defTabSz="930275">
              <a:defRPr sz="2000" b="1">
                <a:solidFill>
                  <a:schemeClr val="tx2"/>
                </a:solidFill>
                <a:latin typeface="Comic Sans MS" panose="030F0702030302020204" pitchFamily="66" charset="0"/>
              </a:defRPr>
            </a:lvl3pPr>
            <a:lvl4pPr marL="1600200" indent="-228600" defTabSz="930275">
              <a:defRPr sz="2000" b="1">
                <a:solidFill>
                  <a:schemeClr val="tx2"/>
                </a:solidFill>
                <a:latin typeface="Comic Sans MS" panose="030F0702030302020204" pitchFamily="66" charset="0"/>
              </a:defRPr>
            </a:lvl4pPr>
            <a:lvl5pPr marL="2057400" indent="-228600" defTabSz="930275">
              <a:defRPr sz="2000" b="1">
                <a:solidFill>
                  <a:schemeClr val="tx2"/>
                </a:solidFill>
                <a:latin typeface="Comic Sans MS" panose="030F0702030302020204" pitchFamily="66" charset="0"/>
              </a:defRPr>
            </a:lvl5pPr>
            <a:lvl6pPr marL="2514600" indent="-228600" defTabSz="930275" eaLnBrk="0" fontAlgn="base" hangingPunct="0">
              <a:spcBef>
                <a:spcPct val="0"/>
              </a:spcBef>
              <a:spcAft>
                <a:spcPct val="0"/>
              </a:spcAft>
              <a:defRPr sz="2000" b="1">
                <a:solidFill>
                  <a:schemeClr val="tx2"/>
                </a:solidFill>
                <a:latin typeface="Comic Sans MS" panose="030F0702030302020204" pitchFamily="66" charset="0"/>
              </a:defRPr>
            </a:lvl6pPr>
            <a:lvl7pPr marL="2971800" indent="-228600" defTabSz="930275" eaLnBrk="0" fontAlgn="base" hangingPunct="0">
              <a:spcBef>
                <a:spcPct val="0"/>
              </a:spcBef>
              <a:spcAft>
                <a:spcPct val="0"/>
              </a:spcAft>
              <a:defRPr sz="2000" b="1">
                <a:solidFill>
                  <a:schemeClr val="tx2"/>
                </a:solidFill>
                <a:latin typeface="Comic Sans MS" panose="030F0702030302020204" pitchFamily="66" charset="0"/>
              </a:defRPr>
            </a:lvl7pPr>
            <a:lvl8pPr marL="3429000" indent="-228600" defTabSz="930275" eaLnBrk="0" fontAlgn="base" hangingPunct="0">
              <a:spcBef>
                <a:spcPct val="0"/>
              </a:spcBef>
              <a:spcAft>
                <a:spcPct val="0"/>
              </a:spcAft>
              <a:defRPr sz="2000" b="1">
                <a:solidFill>
                  <a:schemeClr val="tx2"/>
                </a:solidFill>
                <a:latin typeface="Comic Sans MS" panose="030F0702030302020204" pitchFamily="66" charset="0"/>
              </a:defRPr>
            </a:lvl8pPr>
            <a:lvl9pPr marL="3886200" indent="-228600" defTabSz="930275" eaLnBrk="0" fontAlgn="base" hangingPunct="0">
              <a:spcBef>
                <a:spcPct val="0"/>
              </a:spcBef>
              <a:spcAft>
                <a:spcPct val="0"/>
              </a:spcAft>
              <a:defRPr sz="2000" b="1">
                <a:solidFill>
                  <a:schemeClr val="tx2"/>
                </a:solidFill>
                <a:latin typeface="Comic Sans MS" panose="030F0702030302020204" pitchFamily="66" charset="0"/>
              </a:defRPr>
            </a:lvl9pPr>
          </a:lstStyle>
          <a:p>
            <a:fld id="{EE221437-F117-4BE8-9098-884FCFD122A9}" type="slidenum">
              <a:rPr lang="en-US" altLang="en-US" sz="1200" b="0" smtClean="0">
                <a:solidFill>
                  <a:schemeClr val="tx1"/>
                </a:solidFill>
                <a:latin typeface="Courier New" panose="02070309020205020404" pitchFamily="49" charset="0"/>
              </a:rPr>
              <a:pPr/>
              <a:t>2</a:t>
            </a:fld>
            <a:endParaRPr lang="en-US" altLang="en-US" sz="1200" b="0">
              <a:solidFill>
                <a:schemeClr val="tx1"/>
              </a:solidFill>
              <a:latin typeface="Courier New" panose="02070309020205020404" pitchFamily="49" charset="0"/>
            </a:endParaRPr>
          </a:p>
        </p:txBody>
      </p:sp>
      <p:sp>
        <p:nvSpPr>
          <p:cNvPr id="8195" name="Rectangle 1026">
            <a:extLst>
              <a:ext uri="{FF2B5EF4-FFF2-40B4-BE49-F238E27FC236}">
                <a16:creationId xmlns:a16="http://schemas.microsoft.com/office/drawing/2014/main" id="{489D9988-B3C2-E145-9E76-0489863B14FB}"/>
              </a:ext>
            </a:extLst>
          </p:cNvPr>
          <p:cNvSpPr>
            <a:spLocks noGrp="1" noRot="1" noChangeAspect="1" noChangeArrowheads="1" noTextEdit="1"/>
          </p:cNvSpPr>
          <p:nvPr>
            <p:ph type="sldImg"/>
          </p:nvPr>
        </p:nvSpPr>
        <p:spPr>
          <a:xfrm>
            <a:off x="1173163" y="696913"/>
            <a:ext cx="4638675" cy="3479800"/>
          </a:xfrm>
          <a:ln/>
        </p:spPr>
      </p:sp>
      <p:sp>
        <p:nvSpPr>
          <p:cNvPr id="8196" name="Rectangle 1027">
            <a:extLst>
              <a:ext uri="{FF2B5EF4-FFF2-40B4-BE49-F238E27FC236}">
                <a16:creationId xmlns:a16="http://schemas.microsoft.com/office/drawing/2014/main" id="{AFBAEE9E-36DE-56F6-F74E-CE805251E34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B8EAAE6E-D1A1-EB9A-CFB1-0009870DF47A}"/>
              </a:ext>
            </a:extLst>
          </p:cNvPr>
          <p:cNvSpPr>
            <a:spLocks noGrp="1" noRot="1" noChangeAspect="1" noChangeArrowheads="1" noTextEdit="1"/>
          </p:cNvSpPr>
          <p:nvPr>
            <p:ph type="sldImg"/>
          </p:nvPr>
        </p:nvSpPr>
        <p:spPr>
          <a:xfrm>
            <a:off x="1173163" y="696913"/>
            <a:ext cx="4638675" cy="3479800"/>
          </a:xfrm>
          <a:ln/>
        </p:spPr>
      </p:sp>
      <p:sp>
        <p:nvSpPr>
          <p:cNvPr id="12291" name="Notes Placeholder 2">
            <a:extLst>
              <a:ext uri="{FF2B5EF4-FFF2-40B4-BE49-F238E27FC236}">
                <a16:creationId xmlns:a16="http://schemas.microsoft.com/office/drawing/2014/main" id="{1FB3DD21-3B11-0DAB-64BB-BF5CFE1E283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12292" name="Slide Number Placeholder 3">
            <a:extLst>
              <a:ext uri="{FF2B5EF4-FFF2-40B4-BE49-F238E27FC236}">
                <a16:creationId xmlns:a16="http://schemas.microsoft.com/office/drawing/2014/main" id="{95020620-28E3-CA50-E992-90C2C6CF7BD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30275">
              <a:defRPr sz="2000" b="1">
                <a:solidFill>
                  <a:schemeClr val="tx2"/>
                </a:solidFill>
                <a:latin typeface="Comic Sans MS" panose="030F0702030302020204" pitchFamily="66" charset="0"/>
              </a:defRPr>
            </a:lvl1pPr>
            <a:lvl2pPr marL="742950" indent="-285750" defTabSz="930275">
              <a:defRPr sz="2000" b="1">
                <a:solidFill>
                  <a:schemeClr val="tx2"/>
                </a:solidFill>
                <a:latin typeface="Comic Sans MS" panose="030F0702030302020204" pitchFamily="66" charset="0"/>
              </a:defRPr>
            </a:lvl2pPr>
            <a:lvl3pPr marL="1143000" indent="-228600" defTabSz="930275">
              <a:defRPr sz="2000" b="1">
                <a:solidFill>
                  <a:schemeClr val="tx2"/>
                </a:solidFill>
                <a:latin typeface="Comic Sans MS" panose="030F0702030302020204" pitchFamily="66" charset="0"/>
              </a:defRPr>
            </a:lvl3pPr>
            <a:lvl4pPr marL="1600200" indent="-228600" defTabSz="930275">
              <a:defRPr sz="2000" b="1">
                <a:solidFill>
                  <a:schemeClr val="tx2"/>
                </a:solidFill>
                <a:latin typeface="Comic Sans MS" panose="030F0702030302020204" pitchFamily="66" charset="0"/>
              </a:defRPr>
            </a:lvl4pPr>
            <a:lvl5pPr marL="2057400" indent="-228600" defTabSz="930275">
              <a:defRPr sz="2000" b="1">
                <a:solidFill>
                  <a:schemeClr val="tx2"/>
                </a:solidFill>
                <a:latin typeface="Comic Sans MS" panose="030F0702030302020204" pitchFamily="66" charset="0"/>
              </a:defRPr>
            </a:lvl5pPr>
            <a:lvl6pPr marL="2514600" indent="-228600" defTabSz="930275" eaLnBrk="0" fontAlgn="base" hangingPunct="0">
              <a:spcBef>
                <a:spcPct val="0"/>
              </a:spcBef>
              <a:spcAft>
                <a:spcPct val="0"/>
              </a:spcAft>
              <a:defRPr sz="2000" b="1">
                <a:solidFill>
                  <a:schemeClr val="tx2"/>
                </a:solidFill>
                <a:latin typeface="Comic Sans MS" panose="030F0702030302020204" pitchFamily="66" charset="0"/>
              </a:defRPr>
            </a:lvl6pPr>
            <a:lvl7pPr marL="2971800" indent="-228600" defTabSz="930275" eaLnBrk="0" fontAlgn="base" hangingPunct="0">
              <a:spcBef>
                <a:spcPct val="0"/>
              </a:spcBef>
              <a:spcAft>
                <a:spcPct val="0"/>
              </a:spcAft>
              <a:defRPr sz="2000" b="1">
                <a:solidFill>
                  <a:schemeClr val="tx2"/>
                </a:solidFill>
                <a:latin typeface="Comic Sans MS" panose="030F0702030302020204" pitchFamily="66" charset="0"/>
              </a:defRPr>
            </a:lvl7pPr>
            <a:lvl8pPr marL="3429000" indent="-228600" defTabSz="930275" eaLnBrk="0" fontAlgn="base" hangingPunct="0">
              <a:spcBef>
                <a:spcPct val="0"/>
              </a:spcBef>
              <a:spcAft>
                <a:spcPct val="0"/>
              </a:spcAft>
              <a:defRPr sz="2000" b="1">
                <a:solidFill>
                  <a:schemeClr val="tx2"/>
                </a:solidFill>
                <a:latin typeface="Comic Sans MS" panose="030F0702030302020204" pitchFamily="66" charset="0"/>
              </a:defRPr>
            </a:lvl8pPr>
            <a:lvl9pPr marL="3886200" indent="-228600" defTabSz="930275" eaLnBrk="0" fontAlgn="base" hangingPunct="0">
              <a:spcBef>
                <a:spcPct val="0"/>
              </a:spcBef>
              <a:spcAft>
                <a:spcPct val="0"/>
              </a:spcAft>
              <a:defRPr sz="2000" b="1">
                <a:solidFill>
                  <a:schemeClr val="tx2"/>
                </a:solidFill>
                <a:latin typeface="Comic Sans MS" panose="030F0702030302020204" pitchFamily="66" charset="0"/>
              </a:defRPr>
            </a:lvl9pPr>
          </a:lstStyle>
          <a:p>
            <a:fld id="{D65B58BB-2863-4C99-98AE-EB39737E82D2}" type="slidenum">
              <a:rPr lang="en-US" altLang="en-US" sz="1200" b="0" smtClean="0">
                <a:solidFill>
                  <a:schemeClr val="tx1"/>
                </a:solidFill>
                <a:latin typeface="Courier New" panose="02070309020205020404" pitchFamily="49" charset="0"/>
              </a:rPr>
              <a:pPr/>
              <a:t>5</a:t>
            </a:fld>
            <a:endParaRPr lang="en-US" altLang="en-US" sz="1200" b="0">
              <a:solidFill>
                <a:schemeClr val="tx1"/>
              </a:solidFill>
              <a:latin typeface="Courier New" panose="02070309020205020404" pitchFamily="49"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67226E88-7022-D4C7-A94D-43AE129CB92B}"/>
              </a:ext>
            </a:extLst>
          </p:cNvPr>
          <p:cNvSpPr>
            <a:spLocks noGrp="1" noRot="1" noChangeAspect="1" noChangeArrowheads="1" noTextEdit="1"/>
          </p:cNvSpPr>
          <p:nvPr>
            <p:ph type="sldImg"/>
          </p:nvPr>
        </p:nvSpPr>
        <p:spPr>
          <a:xfrm>
            <a:off x="1173163" y="696913"/>
            <a:ext cx="4638675" cy="3479800"/>
          </a:xfrm>
          <a:ln/>
        </p:spPr>
      </p:sp>
      <p:sp>
        <p:nvSpPr>
          <p:cNvPr id="15363" name="Notes Placeholder 2">
            <a:extLst>
              <a:ext uri="{FF2B5EF4-FFF2-40B4-BE49-F238E27FC236}">
                <a16:creationId xmlns:a16="http://schemas.microsoft.com/office/drawing/2014/main" id="{1A2DF35B-4620-6725-11EC-2B191703698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
        <p:nvSpPr>
          <p:cNvPr id="15364" name="Slide Number Placeholder 3">
            <a:extLst>
              <a:ext uri="{FF2B5EF4-FFF2-40B4-BE49-F238E27FC236}">
                <a16:creationId xmlns:a16="http://schemas.microsoft.com/office/drawing/2014/main" id="{ED467FFF-A11D-48AD-AF77-F091794147F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30275">
              <a:defRPr sz="2000" b="1">
                <a:solidFill>
                  <a:schemeClr val="tx2"/>
                </a:solidFill>
                <a:latin typeface="Comic Sans MS" panose="030F0702030302020204" pitchFamily="66" charset="0"/>
              </a:defRPr>
            </a:lvl1pPr>
            <a:lvl2pPr marL="742950" indent="-285750" defTabSz="930275">
              <a:defRPr sz="2000" b="1">
                <a:solidFill>
                  <a:schemeClr val="tx2"/>
                </a:solidFill>
                <a:latin typeface="Comic Sans MS" panose="030F0702030302020204" pitchFamily="66" charset="0"/>
              </a:defRPr>
            </a:lvl2pPr>
            <a:lvl3pPr marL="1143000" indent="-228600" defTabSz="930275">
              <a:defRPr sz="2000" b="1">
                <a:solidFill>
                  <a:schemeClr val="tx2"/>
                </a:solidFill>
                <a:latin typeface="Comic Sans MS" panose="030F0702030302020204" pitchFamily="66" charset="0"/>
              </a:defRPr>
            </a:lvl3pPr>
            <a:lvl4pPr marL="1600200" indent="-228600" defTabSz="930275">
              <a:defRPr sz="2000" b="1">
                <a:solidFill>
                  <a:schemeClr val="tx2"/>
                </a:solidFill>
                <a:latin typeface="Comic Sans MS" panose="030F0702030302020204" pitchFamily="66" charset="0"/>
              </a:defRPr>
            </a:lvl4pPr>
            <a:lvl5pPr marL="2057400" indent="-228600" defTabSz="930275">
              <a:defRPr sz="2000" b="1">
                <a:solidFill>
                  <a:schemeClr val="tx2"/>
                </a:solidFill>
                <a:latin typeface="Comic Sans MS" panose="030F0702030302020204" pitchFamily="66" charset="0"/>
              </a:defRPr>
            </a:lvl5pPr>
            <a:lvl6pPr marL="2514600" indent="-228600" defTabSz="930275" eaLnBrk="0" fontAlgn="base" hangingPunct="0">
              <a:spcBef>
                <a:spcPct val="0"/>
              </a:spcBef>
              <a:spcAft>
                <a:spcPct val="0"/>
              </a:spcAft>
              <a:defRPr sz="2000" b="1">
                <a:solidFill>
                  <a:schemeClr val="tx2"/>
                </a:solidFill>
                <a:latin typeface="Comic Sans MS" panose="030F0702030302020204" pitchFamily="66" charset="0"/>
              </a:defRPr>
            </a:lvl6pPr>
            <a:lvl7pPr marL="2971800" indent="-228600" defTabSz="930275" eaLnBrk="0" fontAlgn="base" hangingPunct="0">
              <a:spcBef>
                <a:spcPct val="0"/>
              </a:spcBef>
              <a:spcAft>
                <a:spcPct val="0"/>
              </a:spcAft>
              <a:defRPr sz="2000" b="1">
                <a:solidFill>
                  <a:schemeClr val="tx2"/>
                </a:solidFill>
                <a:latin typeface="Comic Sans MS" panose="030F0702030302020204" pitchFamily="66" charset="0"/>
              </a:defRPr>
            </a:lvl7pPr>
            <a:lvl8pPr marL="3429000" indent="-228600" defTabSz="930275" eaLnBrk="0" fontAlgn="base" hangingPunct="0">
              <a:spcBef>
                <a:spcPct val="0"/>
              </a:spcBef>
              <a:spcAft>
                <a:spcPct val="0"/>
              </a:spcAft>
              <a:defRPr sz="2000" b="1">
                <a:solidFill>
                  <a:schemeClr val="tx2"/>
                </a:solidFill>
                <a:latin typeface="Comic Sans MS" panose="030F0702030302020204" pitchFamily="66" charset="0"/>
              </a:defRPr>
            </a:lvl8pPr>
            <a:lvl9pPr marL="3886200" indent="-228600" defTabSz="930275" eaLnBrk="0" fontAlgn="base" hangingPunct="0">
              <a:spcBef>
                <a:spcPct val="0"/>
              </a:spcBef>
              <a:spcAft>
                <a:spcPct val="0"/>
              </a:spcAft>
              <a:defRPr sz="2000" b="1">
                <a:solidFill>
                  <a:schemeClr val="tx2"/>
                </a:solidFill>
                <a:latin typeface="Comic Sans MS" panose="030F0702030302020204" pitchFamily="66" charset="0"/>
              </a:defRPr>
            </a:lvl9pPr>
          </a:lstStyle>
          <a:p>
            <a:fld id="{F7E773E2-F2FE-4771-8B8A-DBF5294D8554}" type="slidenum">
              <a:rPr lang="en-US" altLang="en-US" sz="1200" b="0" smtClean="0">
                <a:solidFill>
                  <a:schemeClr val="tx1"/>
                </a:solidFill>
                <a:latin typeface="Courier New" panose="02070309020205020404" pitchFamily="49" charset="0"/>
              </a:rPr>
              <a:pPr/>
              <a:t>7</a:t>
            </a:fld>
            <a:endParaRPr lang="en-US" altLang="en-US" sz="1200" b="0">
              <a:solidFill>
                <a:schemeClr val="tx1"/>
              </a:solidFill>
              <a:latin typeface="Courier New" panose="02070309020205020404" pitchFamily="49"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F64FF1D-C570-1BDC-26C1-744F44698B0A}"/>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68AB6E0F-51CD-1087-C6D9-22B2EB9B61B1}"/>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40EFD71C-EB4F-1525-0F7C-29AF8CA5A8AD}"/>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a:defRPr/>
                </a:pPr>
                <a:endParaRPr lang="en-US"/>
              </a:p>
            </p:txBody>
          </p:sp>
          <p:sp>
            <p:nvSpPr>
              <p:cNvPr id="11" name="Rectangle 5">
                <a:extLst>
                  <a:ext uri="{FF2B5EF4-FFF2-40B4-BE49-F238E27FC236}">
                    <a16:creationId xmlns:a16="http://schemas.microsoft.com/office/drawing/2014/main" id="{D1069FDB-5D0F-01C1-D658-59AF114AF1B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a:defRPr/>
                </a:pPr>
                <a:endParaRPr lang="en-US"/>
              </a:p>
            </p:txBody>
          </p:sp>
        </p:grpSp>
        <p:grpSp>
          <p:nvGrpSpPr>
            <p:cNvPr id="4" name="Group 6">
              <a:extLst>
                <a:ext uri="{FF2B5EF4-FFF2-40B4-BE49-F238E27FC236}">
                  <a16:creationId xmlns:a16="http://schemas.microsoft.com/office/drawing/2014/main" id="{CC932098-E828-8C1D-733E-65515F62599D}"/>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E6EBC25B-3322-5AC3-9315-972A1624231E}"/>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a:defRPr/>
                </a:pPr>
                <a:endParaRPr lang="en-US"/>
              </a:p>
            </p:txBody>
          </p:sp>
          <p:sp>
            <p:nvSpPr>
              <p:cNvPr id="9" name="Rectangle 8">
                <a:extLst>
                  <a:ext uri="{FF2B5EF4-FFF2-40B4-BE49-F238E27FC236}">
                    <a16:creationId xmlns:a16="http://schemas.microsoft.com/office/drawing/2014/main" id="{046E4B0B-29FD-CD3B-73B0-078795566646}"/>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a:defRPr/>
                </a:pPr>
                <a:endParaRPr lang="en-US"/>
              </a:p>
            </p:txBody>
          </p:sp>
        </p:grpSp>
        <p:sp>
          <p:nvSpPr>
            <p:cNvPr id="5" name="Rectangle 9">
              <a:extLst>
                <a:ext uri="{FF2B5EF4-FFF2-40B4-BE49-F238E27FC236}">
                  <a16:creationId xmlns:a16="http://schemas.microsoft.com/office/drawing/2014/main" id="{CED28FEC-12C2-8F93-AF2C-E59162CE229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a:defRPr/>
              </a:pPr>
              <a:endParaRPr lang="en-US"/>
            </a:p>
          </p:txBody>
        </p:sp>
        <p:sp>
          <p:nvSpPr>
            <p:cNvPr id="6" name="Rectangle 10">
              <a:extLst>
                <a:ext uri="{FF2B5EF4-FFF2-40B4-BE49-F238E27FC236}">
                  <a16:creationId xmlns:a16="http://schemas.microsoft.com/office/drawing/2014/main" id="{C2300283-7F43-262E-593C-43E15452FAB2}"/>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a:defRPr/>
              </a:pPr>
              <a:endParaRPr lang="en-US"/>
            </a:p>
          </p:txBody>
        </p:sp>
        <p:sp>
          <p:nvSpPr>
            <p:cNvPr id="7" name="Rectangle 11">
              <a:extLst>
                <a:ext uri="{FF2B5EF4-FFF2-40B4-BE49-F238E27FC236}">
                  <a16:creationId xmlns:a16="http://schemas.microsoft.com/office/drawing/2014/main" id="{1A819320-84FF-637A-32D8-CC462D65439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a:defRPr/>
              </a:pPr>
              <a:endParaRPr lang="en-US"/>
            </a:p>
          </p:txBody>
        </p:sp>
      </p:grpSp>
      <p:sp>
        <p:nvSpPr>
          <p:cNvPr id="8204"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820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17AA15D7-F435-B29A-1050-07AE41D273BA}"/>
              </a:ext>
            </a:extLst>
          </p:cNvPr>
          <p:cNvSpPr>
            <a:spLocks noGrp="1" noChangeArrowheads="1"/>
          </p:cNvSpPr>
          <p:nvPr>
            <p:ph type="dt" sz="half" idx="10"/>
          </p:nvPr>
        </p:nvSpPr>
        <p:spPr>
          <a:xfrm>
            <a:off x="990600" y="6248400"/>
            <a:ext cx="1905000" cy="457200"/>
          </a:xfrm>
        </p:spPr>
        <p:txBody>
          <a:bodyPr/>
          <a:lstStyle>
            <a:lvl1pPr algn="l">
              <a:defRPr sz="1400">
                <a:solidFill>
                  <a:schemeClr val="bg2"/>
                </a:solidFill>
              </a:defRPr>
            </a:lvl1pPr>
          </a:lstStyle>
          <a:p>
            <a:pPr>
              <a:defRPr/>
            </a:pPr>
            <a:fld id="{DDB3169A-B5CA-4384-B584-7F9CDBCC1C1B}" type="datetime1">
              <a:rPr lang="en-US"/>
              <a:pPr>
                <a:defRPr/>
              </a:pPr>
              <a:t>10/5/2025</a:t>
            </a:fld>
            <a:endParaRPr lang="en-US"/>
          </a:p>
        </p:txBody>
      </p:sp>
      <p:sp>
        <p:nvSpPr>
          <p:cNvPr id="13" name="Rectangle 15">
            <a:extLst>
              <a:ext uri="{FF2B5EF4-FFF2-40B4-BE49-F238E27FC236}">
                <a16:creationId xmlns:a16="http://schemas.microsoft.com/office/drawing/2014/main" id="{380CCDD0-004A-F0B1-51EE-A65251362A27}"/>
              </a:ext>
            </a:extLst>
          </p:cNvPr>
          <p:cNvSpPr>
            <a:spLocks noGrp="1" noChangeArrowheads="1"/>
          </p:cNvSpPr>
          <p:nvPr>
            <p:ph type="ftr" sz="quarter" idx="11"/>
          </p:nvPr>
        </p:nvSpPr>
        <p:spPr>
          <a:xfrm>
            <a:off x="3429000" y="6248400"/>
            <a:ext cx="2895600" cy="457200"/>
          </a:xfrm>
        </p:spPr>
        <p:txBody>
          <a:bodyPr/>
          <a:lstStyle>
            <a:lvl1pPr>
              <a:defRPr sz="1400">
                <a:solidFill>
                  <a:schemeClr val="bg2"/>
                </a:solidFill>
              </a:defRPr>
            </a:lvl1pPr>
          </a:lstStyle>
          <a:p>
            <a:pPr>
              <a:defRPr/>
            </a:pPr>
            <a:endParaRPr lang="en-US"/>
          </a:p>
        </p:txBody>
      </p:sp>
      <p:sp>
        <p:nvSpPr>
          <p:cNvPr id="14" name="Rectangle 16">
            <a:extLst>
              <a:ext uri="{FF2B5EF4-FFF2-40B4-BE49-F238E27FC236}">
                <a16:creationId xmlns:a16="http://schemas.microsoft.com/office/drawing/2014/main" id="{EAE3639D-B82E-A499-4E03-7BBF6A7A2E9D}"/>
              </a:ext>
            </a:extLst>
          </p:cNvPr>
          <p:cNvSpPr>
            <a:spLocks noGrp="1" noChangeArrowheads="1"/>
          </p:cNvSpPr>
          <p:nvPr>
            <p:ph type="sldNum" sz="quarter" idx="12"/>
          </p:nvPr>
        </p:nvSpPr>
        <p:spPr bwMode="auto">
          <a:xfrm>
            <a:off x="6858000" y="6248400"/>
            <a:ext cx="19050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400" b="0">
                <a:solidFill>
                  <a:schemeClr val="bg2"/>
                </a:solidFill>
              </a:defRPr>
            </a:lvl1pPr>
          </a:lstStyle>
          <a:p>
            <a:pPr>
              <a:defRPr/>
            </a:pPr>
            <a:fld id="{1C3F8E2C-3D2D-4F8F-B8EF-192C730CFE61}" type="slidenum">
              <a:rPr lang="en-US" altLang="en-US"/>
              <a:pPr>
                <a:defRPr/>
              </a:pPr>
              <a:t>‹#›</a:t>
            </a:fld>
            <a:endParaRPr lang="en-US" altLang="en-US"/>
          </a:p>
        </p:txBody>
      </p:sp>
    </p:spTree>
    <p:extLst>
      <p:ext uri="{BB962C8B-B14F-4D97-AF65-F5344CB8AC3E}">
        <p14:creationId xmlns:p14="http://schemas.microsoft.com/office/powerpoint/2010/main" val="2932839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82BDF0BC-7373-AEEB-CC58-CAA30B4DE4A3}"/>
              </a:ext>
            </a:extLst>
          </p:cNvPr>
          <p:cNvSpPr>
            <a:spLocks noGrp="1" noChangeArrowheads="1"/>
          </p:cNvSpPr>
          <p:nvPr>
            <p:ph type="dt" sz="half" idx="10"/>
          </p:nvPr>
        </p:nvSpPr>
        <p:spPr>
          <a:ln/>
        </p:spPr>
        <p:txBody>
          <a:bodyPr/>
          <a:lstStyle>
            <a:lvl1pPr>
              <a:defRPr/>
            </a:lvl1pPr>
          </a:lstStyle>
          <a:p>
            <a:pPr>
              <a:defRPr/>
            </a:pPr>
            <a:fld id="{FDB91D9E-4C7D-4AFD-975E-2AA976898E4C}" type="datetime1">
              <a:rPr lang="en-US"/>
              <a:pPr>
                <a:defRPr/>
              </a:pPr>
              <a:t>10/5/2025</a:t>
            </a:fld>
            <a:endParaRPr lang="en-US"/>
          </a:p>
        </p:txBody>
      </p:sp>
      <p:sp>
        <p:nvSpPr>
          <p:cNvPr id="5" name="Rectangle 12">
            <a:extLst>
              <a:ext uri="{FF2B5EF4-FFF2-40B4-BE49-F238E27FC236}">
                <a16:creationId xmlns:a16="http://schemas.microsoft.com/office/drawing/2014/main" id="{BC42211F-C4A7-F608-7A5B-D822C1FB54C1}"/>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131916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1">
            <a:extLst>
              <a:ext uri="{FF2B5EF4-FFF2-40B4-BE49-F238E27FC236}">
                <a16:creationId xmlns:a16="http://schemas.microsoft.com/office/drawing/2014/main" id="{94B8A983-6AF0-E03D-BC36-CC21DC425699}"/>
              </a:ext>
            </a:extLst>
          </p:cNvPr>
          <p:cNvSpPr>
            <a:spLocks noGrp="1" noChangeArrowheads="1"/>
          </p:cNvSpPr>
          <p:nvPr>
            <p:ph type="dt" sz="half" idx="10"/>
          </p:nvPr>
        </p:nvSpPr>
        <p:spPr>
          <a:ln/>
        </p:spPr>
        <p:txBody>
          <a:bodyPr/>
          <a:lstStyle>
            <a:lvl1pPr>
              <a:defRPr/>
            </a:lvl1pPr>
          </a:lstStyle>
          <a:p>
            <a:pPr>
              <a:defRPr/>
            </a:pPr>
            <a:fld id="{C200D348-1740-4F5A-AD73-D4282A40AA7A}" type="datetime1">
              <a:rPr lang="en-US"/>
              <a:pPr>
                <a:defRPr/>
              </a:pPr>
              <a:t>10/5/2025</a:t>
            </a:fld>
            <a:endParaRPr lang="en-US"/>
          </a:p>
        </p:txBody>
      </p:sp>
      <p:sp>
        <p:nvSpPr>
          <p:cNvPr id="5" name="Rectangle 12">
            <a:extLst>
              <a:ext uri="{FF2B5EF4-FFF2-40B4-BE49-F238E27FC236}">
                <a16:creationId xmlns:a16="http://schemas.microsoft.com/office/drawing/2014/main" id="{22474109-A734-EC0C-F127-30E268B7768B}"/>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513435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171950" cy="4760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81550" y="1371600"/>
            <a:ext cx="4173538" cy="4760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C0B44214-3645-723D-D619-D6D03855F3E2}"/>
              </a:ext>
            </a:extLst>
          </p:cNvPr>
          <p:cNvSpPr>
            <a:spLocks noGrp="1" noChangeArrowheads="1"/>
          </p:cNvSpPr>
          <p:nvPr>
            <p:ph type="dt" sz="half" idx="10"/>
          </p:nvPr>
        </p:nvSpPr>
        <p:spPr>
          <a:ln/>
        </p:spPr>
        <p:txBody>
          <a:bodyPr/>
          <a:lstStyle>
            <a:lvl1pPr>
              <a:defRPr/>
            </a:lvl1pPr>
          </a:lstStyle>
          <a:p>
            <a:pPr>
              <a:defRPr/>
            </a:pPr>
            <a:fld id="{C4397C74-801E-4C7C-B759-9938BE68D18D}" type="datetime1">
              <a:rPr lang="en-US"/>
              <a:pPr>
                <a:defRPr/>
              </a:pPr>
              <a:t>10/5/2025</a:t>
            </a:fld>
            <a:endParaRPr lang="en-US"/>
          </a:p>
        </p:txBody>
      </p:sp>
      <p:sp>
        <p:nvSpPr>
          <p:cNvPr id="6" name="Rectangle 12">
            <a:extLst>
              <a:ext uri="{FF2B5EF4-FFF2-40B4-BE49-F238E27FC236}">
                <a16:creationId xmlns:a16="http://schemas.microsoft.com/office/drawing/2014/main" id="{B753AE8B-2078-48C9-D1E7-FBAFA88CC1A3}"/>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20484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5921BC8E-9EBD-B129-EAFC-D6E0A064A443}"/>
              </a:ext>
            </a:extLst>
          </p:cNvPr>
          <p:cNvSpPr>
            <a:spLocks noGrp="1" noChangeArrowheads="1"/>
          </p:cNvSpPr>
          <p:nvPr>
            <p:ph type="dt" sz="half" idx="10"/>
          </p:nvPr>
        </p:nvSpPr>
        <p:spPr>
          <a:ln/>
        </p:spPr>
        <p:txBody>
          <a:bodyPr/>
          <a:lstStyle>
            <a:lvl1pPr>
              <a:defRPr/>
            </a:lvl1pPr>
          </a:lstStyle>
          <a:p>
            <a:pPr>
              <a:defRPr/>
            </a:pPr>
            <a:fld id="{7B9DB2B9-C619-462F-9578-56210B089BA3}" type="datetime1">
              <a:rPr lang="en-US"/>
              <a:pPr>
                <a:defRPr/>
              </a:pPr>
              <a:t>10/5/2025</a:t>
            </a:fld>
            <a:endParaRPr lang="en-US"/>
          </a:p>
        </p:txBody>
      </p:sp>
      <p:sp>
        <p:nvSpPr>
          <p:cNvPr id="8" name="Rectangle 12">
            <a:extLst>
              <a:ext uri="{FF2B5EF4-FFF2-40B4-BE49-F238E27FC236}">
                <a16:creationId xmlns:a16="http://schemas.microsoft.com/office/drawing/2014/main" id="{AE280990-8320-91C2-D773-E5D3C50A234F}"/>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604129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2F941D7C-8370-D055-F21F-77136D795FDF}"/>
              </a:ext>
            </a:extLst>
          </p:cNvPr>
          <p:cNvSpPr>
            <a:spLocks noGrp="1" noChangeArrowheads="1"/>
          </p:cNvSpPr>
          <p:nvPr>
            <p:ph type="dt" sz="half" idx="10"/>
          </p:nvPr>
        </p:nvSpPr>
        <p:spPr>
          <a:ln/>
        </p:spPr>
        <p:txBody>
          <a:bodyPr/>
          <a:lstStyle>
            <a:lvl1pPr>
              <a:defRPr/>
            </a:lvl1pPr>
          </a:lstStyle>
          <a:p>
            <a:pPr>
              <a:defRPr/>
            </a:pPr>
            <a:fld id="{1A4B3E53-13C4-44ED-A248-15ED0BBDEBF8}" type="datetime1">
              <a:rPr lang="en-US"/>
              <a:pPr>
                <a:defRPr/>
              </a:pPr>
              <a:t>10/5/2025</a:t>
            </a:fld>
            <a:endParaRPr lang="en-US"/>
          </a:p>
        </p:txBody>
      </p:sp>
      <p:sp>
        <p:nvSpPr>
          <p:cNvPr id="4" name="Rectangle 12">
            <a:extLst>
              <a:ext uri="{FF2B5EF4-FFF2-40B4-BE49-F238E27FC236}">
                <a16:creationId xmlns:a16="http://schemas.microsoft.com/office/drawing/2014/main" id="{134129AC-4192-0EA3-54C1-940DFD677E41}"/>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067492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CABEF68D-C645-F757-09DD-BB5192633849}"/>
              </a:ext>
            </a:extLst>
          </p:cNvPr>
          <p:cNvSpPr>
            <a:spLocks noGrp="1" noChangeArrowheads="1"/>
          </p:cNvSpPr>
          <p:nvPr>
            <p:ph type="dt" sz="half" idx="10"/>
          </p:nvPr>
        </p:nvSpPr>
        <p:spPr>
          <a:ln/>
        </p:spPr>
        <p:txBody>
          <a:bodyPr/>
          <a:lstStyle>
            <a:lvl1pPr>
              <a:defRPr/>
            </a:lvl1pPr>
          </a:lstStyle>
          <a:p>
            <a:pPr>
              <a:defRPr/>
            </a:pPr>
            <a:fld id="{44E25F2C-D679-485B-921B-974C80166D76}" type="datetime1">
              <a:rPr lang="en-US"/>
              <a:pPr>
                <a:defRPr/>
              </a:pPr>
              <a:t>10/5/2025</a:t>
            </a:fld>
            <a:endParaRPr lang="en-US"/>
          </a:p>
        </p:txBody>
      </p:sp>
      <p:sp>
        <p:nvSpPr>
          <p:cNvPr id="3" name="Rectangle 12">
            <a:extLst>
              <a:ext uri="{FF2B5EF4-FFF2-40B4-BE49-F238E27FC236}">
                <a16:creationId xmlns:a16="http://schemas.microsoft.com/office/drawing/2014/main" id="{07753E78-3A28-4266-2C02-AA7F938C2F4C}"/>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062262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8079FA2A-6EC6-ED1F-1CDC-304E8A1BC13B}"/>
              </a:ext>
            </a:extLst>
          </p:cNvPr>
          <p:cNvSpPr>
            <a:spLocks noGrp="1" noChangeArrowheads="1"/>
          </p:cNvSpPr>
          <p:nvPr>
            <p:ph type="dt" sz="half" idx="10"/>
          </p:nvPr>
        </p:nvSpPr>
        <p:spPr>
          <a:ln/>
        </p:spPr>
        <p:txBody>
          <a:bodyPr/>
          <a:lstStyle>
            <a:lvl1pPr>
              <a:defRPr/>
            </a:lvl1pPr>
          </a:lstStyle>
          <a:p>
            <a:pPr>
              <a:defRPr/>
            </a:pPr>
            <a:fld id="{BF1C7541-17F3-4C73-A005-CCB710CF2359}" type="datetime1">
              <a:rPr lang="en-US"/>
              <a:pPr>
                <a:defRPr/>
              </a:pPr>
              <a:t>10/5/2025</a:t>
            </a:fld>
            <a:endParaRPr lang="en-US"/>
          </a:p>
        </p:txBody>
      </p:sp>
      <p:sp>
        <p:nvSpPr>
          <p:cNvPr id="6" name="Rectangle 12">
            <a:extLst>
              <a:ext uri="{FF2B5EF4-FFF2-40B4-BE49-F238E27FC236}">
                <a16:creationId xmlns:a16="http://schemas.microsoft.com/office/drawing/2014/main" id="{5E72AB6A-649A-1ACD-A6CD-1DA57D97579C}"/>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8709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0695DFBB-31E8-8F32-4567-890B2CECD0F8}"/>
              </a:ext>
            </a:extLst>
          </p:cNvPr>
          <p:cNvSpPr>
            <a:spLocks noGrp="1" noChangeArrowheads="1"/>
          </p:cNvSpPr>
          <p:nvPr>
            <p:ph type="dt" sz="half" idx="10"/>
          </p:nvPr>
        </p:nvSpPr>
        <p:spPr>
          <a:ln/>
        </p:spPr>
        <p:txBody>
          <a:bodyPr/>
          <a:lstStyle>
            <a:lvl1pPr>
              <a:defRPr/>
            </a:lvl1pPr>
          </a:lstStyle>
          <a:p>
            <a:pPr>
              <a:defRPr/>
            </a:pPr>
            <a:fld id="{AE3CF3F6-F69D-453F-BC83-36FD71F9F7AD}" type="datetime1">
              <a:rPr lang="en-US"/>
              <a:pPr>
                <a:defRPr/>
              </a:pPr>
              <a:t>10/5/2025</a:t>
            </a:fld>
            <a:endParaRPr lang="en-US"/>
          </a:p>
        </p:txBody>
      </p:sp>
      <p:sp>
        <p:nvSpPr>
          <p:cNvPr id="6" name="Rectangle 12">
            <a:extLst>
              <a:ext uri="{FF2B5EF4-FFF2-40B4-BE49-F238E27FC236}">
                <a16:creationId xmlns:a16="http://schemas.microsoft.com/office/drawing/2014/main" id="{ABC3801C-3FB9-7469-0502-A82C85CD2DB0}"/>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80530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463F9CD9-B05C-87A9-14B8-94A9E5E36406}"/>
              </a:ext>
            </a:extLst>
          </p:cNvPr>
          <p:cNvSpPr>
            <a:spLocks noGrp="1" noChangeArrowheads="1"/>
          </p:cNvSpPr>
          <p:nvPr>
            <p:ph type="dt" sz="half" idx="10"/>
          </p:nvPr>
        </p:nvSpPr>
        <p:spPr>
          <a:ln/>
        </p:spPr>
        <p:txBody>
          <a:bodyPr/>
          <a:lstStyle>
            <a:lvl1pPr>
              <a:defRPr/>
            </a:lvl1pPr>
          </a:lstStyle>
          <a:p>
            <a:pPr>
              <a:defRPr/>
            </a:pPr>
            <a:fld id="{BEF50F4F-F686-4E82-B17D-7FE6A5A8E430}" type="datetime1">
              <a:rPr lang="en-US"/>
              <a:pPr>
                <a:defRPr/>
              </a:pPr>
              <a:t>10/5/2025</a:t>
            </a:fld>
            <a:endParaRPr lang="en-US"/>
          </a:p>
        </p:txBody>
      </p:sp>
      <p:sp>
        <p:nvSpPr>
          <p:cNvPr id="5" name="Rectangle 12">
            <a:extLst>
              <a:ext uri="{FF2B5EF4-FFF2-40B4-BE49-F238E27FC236}">
                <a16:creationId xmlns:a16="http://schemas.microsoft.com/office/drawing/2014/main" id="{4615507C-BC3B-EF6F-D64D-DD2D37CBAF1C}"/>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43129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31013" y="236538"/>
            <a:ext cx="2124075" cy="5895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36538"/>
            <a:ext cx="6221413" cy="5895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AB3C4CE3-6234-BA62-0214-AAD2750B5253}"/>
              </a:ext>
            </a:extLst>
          </p:cNvPr>
          <p:cNvSpPr>
            <a:spLocks noGrp="1" noChangeArrowheads="1"/>
          </p:cNvSpPr>
          <p:nvPr>
            <p:ph type="dt" sz="half" idx="10"/>
          </p:nvPr>
        </p:nvSpPr>
        <p:spPr>
          <a:ln/>
        </p:spPr>
        <p:txBody>
          <a:bodyPr/>
          <a:lstStyle>
            <a:lvl1pPr>
              <a:defRPr/>
            </a:lvl1pPr>
          </a:lstStyle>
          <a:p>
            <a:pPr>
              <a:defRPr/>
            </a:pPr>
            <a:fld id="{D639F061-46EC-4269-93C2-908B7B226805}" type="datetime1">
              <a:rPr lang="en-US"/>
              <a:pPr>
                <a:defRPr/>
              </a:pPr>
              <a:t>10/5/2025</a:t>
            </a:fld>
            <a:endParaRPr lang="en-US"/>
          </a:p>
        </p:txBody>
      </p:sp>
      <p:sp>
        <p:nvSpPr>
          <p:cNvPr id="5" name="Rectangle 12">
            <a:extLst>
              <a:ext uri="{FF2B5EF4-FFF2-40B4-BE49-F238E27FC236}">
                <a16:creationId xmlns:a16="http://schemas.microsoft.com/office/drawing/2014/main" id="{02BE4B06-4AC2-85F0-EDA4-16FAE28F9249}"/>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633267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50938" y="236538"/>
            <a:ext cx="7793037" cy="762000"/>
          </a:xfrm>
        </p:spPr>
        <p:txBody>
          <a:bodyPr/>
          <a:lstStyle/>
          <a:p>
            <a:r>
              <a:rPr lang="en-US"/>
              <a:t>Click to edit Master title style</a:t>
            </a:r>
          </a:p>
        </p:txBody>
      </p:sp>
      <p:sp>
        <p:nvSpPr>
          <p:cNvPr id="3" name="Table Placeholder 2"/>
          <p:cNvSpPr>
            <a:spLocks noGrp="1"/>
          </p:cNvSpPr>
          <p:nvPr>
            <p:ph type="tbl" idx="1"/>
          </p:nvPr>
        </p:nvSpPr>
        <p:spPr>
          <a:xfrm>
            <a:off x="457200" y="1371600"/>
            <a:ext cx="8497888" cy="4760913"/>
          </a:xfrm>
        </p:spPr>
        <p:txBody>
          <a:bodyPr/>
          <a:lstStyle/>
          <a:p>
            <a:pPr lvl="0"/>
            <a:endParaRPr lang="en-US" noProof="0"/>
          </a:p>
        </p:txBody>
      </p:sp>
      <p:sp>
        <p:nvSpPr>
          <p:cNvPr id="4" name="Rectangle 11">
            <a:extLst>
              <a:ext uri="{FF2B5EF4-FFF2-40B4-BE49-F238E27FC236}">
                <a16:creationId xmlns:a16="http://schemas.microsoft.com/office/drawing/2014/main" id="{FF33AF1E-EA30-6D09-CEC3-2ABDBEBDF114}"/>
              </a:ext>
            </a:extLst>
          </p:cNvPr>
          <p:cNvSpPr>
            <a:spLocks noGrp="1" noChangeArrowheads="1"/>
          </p:cNvSpPr>
          <p:nvPr>
            <p:ph type="dt" sz="half" idx="10"/>
          </p:nvPr>
        </p:nvSpPr>
        <p:spPr>
          <a:ln/>
        </p:spPr>
        <p:txBody>
          <a:bodyPr/>
          <a:lstStyle>
            <a:lvl1pPr>
              <a:defRPr/>
            </a:lvl1pPr>
          </a:lstStyle>
          <a:p>
            <a:pPr>
              <a:defRPr/>
            </a:pPr>
            <a:fld id="{7EC002E8-679E-449D-A3EF-13648015FBEE}" type="datetime1">
              <a:rPr lang="en-US"/>
              <a:pPr>
                <a:defRPr/>
              </a:pPr>
              <a:t>10/5/2025</a:t>
            </a:fld>
            <a:endParaRPr lang="en-US"/>
          </a:p>
        </p:txBody>
      </p:sp>
      <p:sp>
        <p:nvSpPr>
          <p:cNvPr id="5" name="Rectangle 12">
            <a:extLst>
              <a:ext uri="{FF2B5EF4-FFF2-40B4-BE49-F238E27FC236}">
                <a16:creationId xmlns:a16="http://schemas.microsoft.com/office/drawing/2014/main" id="{ADC0695C-6EC9-B963-6105-03A65E2CF573}"/>
              </a:ext>
            </a:extLst>
          </p:cNvPr>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876354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D6A98C-F1D9-D7E2-FDA8-72F61271E7D8}"/>
              </a:ext>
            </a:extLst>
          </p:cNvPr>
          <p:cNvSpPr>
            <a:spLocks noChangeArrowheads="1"/>
          </p:cNvSpPr>
          <p:nvPr/>
        </p:nvSpPr>
        <p:spPr bwMode="ltGray">
          <a:xfrm>
            <a:off x="417513" y="336550"/>
            <a:ext cx="438150" cy="474663"/>
          </a:xfrm>
          <a:prstGeom prst="rect">
            <a:avLst/>
          </a:prstGeom>
          <a:solidFill>
            <a:schemeClr val="accent2"/>
          </a:soli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eaLnBrk="1" hangingPunct="1">
              <a:spcBef>
                <a:spcPct val="0"/>
              </a:spcBef>
              <a:defRPr/>
            </a:pPr>
            <a:endParaRPr kumimoji="1" lang="en-US" sz="2400" b="0">
              <a:solidFill>
                <a:schemeClr val="tx1"/>
              </a:solidFill>
            </a:endParaRPr>
          </a:p>
        </p:txBody>
      </p:sp>
      <p:sp>
        <p:nvSpPr>
          <p:cNvPr id="1027" name="Rectangle 3">
            <a:extLst>
              <a:ext uri="{FF2B5EF4-FFF2-40B4-BE49-F238E27FC236}">
                <a16:creationId xmlns:a16="http://schemas.microsoft.com/office/drawing/2014/main" id="{8DC93CB3-4975-3DFC-A91E-5C62ABF51963}"/>
              </a:ext>
            </a:extLst>
          </p:cNvPr>
          <p:cNvSpPr>
            <a:spLocks noChangeArrowheads="1"/>
          </p:cNvSpPr>
          <p:nvPr/>
        </p:nvSpPr>
        <p:spPr bwMode="ltGray">
          <a:xfrm>
            <a:off x="800100" y="336550"/>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eaLnBrk="1" hangingPunct="1">
              <a:spcBef>
                <a:spcPct val="0"/>
              </a:spcBef>
              <a:defRPr/>
            </a:pPr>
            <a:endParaRPr kumimoji="1" lang="en-US" sz="2400" b="0">
              <a:solidFill>
                <a:schemeClr val="tx1"/>
              </a:solidFill>
            </a:endParaRPr>
          </a:p>
        </p:txBody>
      </p:sp>
      <p:sp>
        <p:nvSpPr>
          <p:cNvPr id="1028" name="Rectangle 4">
            <a:extLst>
              <a:ext uri="{FF2B5EF4-FFF2-40B4-BE49-F238E27FC236}">
                <a16:creationId xmlns:a16="http://schemas.microsoft.com/office/drawing/2014/main" id="{14B6323B-9A29-3D58-45FD-DF9D90AB3C70}"/>
              </a:ext>
            </a:extLst>
          </p:cNvPr>
          <p:cNvSpPr>
            <a:spLocks noChangeArrowheads="1"/>
          </p:cNvSpPr>
          <p:nvPr/>
        </p:nvSpPr>
        <p:spPr bwMode="ltGray">
          <a:xfrm>
            <a:off x="541338" y="758825"/>
            <a:ext cx="422275" cy="474663"/>
          </a:xfrm>
          <a:prstGeom prst="rect">
            <a:avLst/>
          </a:prstGeom>
          <a:solidFill>
            <a:schemeClr val="folHlink"/>
          </a:soli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eaLnBrk="1" hangingPunct="1">
              <a:spcBef>
                <a:spcPct val="0"/>
              </a:spcBef>
              <a:defRPr/>
            </a:pPr>
            <a:endParaRPr kumimoji="1" lang="en-US" sz="2400" b="0">
              <a:solidFill>
                <a:schemeClr val="tx1"/>
              </a:solidFill>
            </a:endParaRPr>
          </a:p>
        </p:txBody>
      </p:sp>
      <p:sp>
        <p:nvSpPr>
          <p:cNvPr id="1029" name="Rectangle 5">
            <a:extLst>
              <a:ext uri="{FF2B5EF4-FFF2-40B4-BE49-F238E27FC236}">
                <a16:creationId xmlns:a16="http://schemas.microsoft.com/office/drawing/2014/main" id="{FEDE5817-6A03-C8FB-9169-E9288064E742}"/>
              </a:ext>
            </a:extLst>
          </p:cNvPr>
          <p:cNvSpPr>
            <a:spLocks noChangeArrowheads="1"/>
          </p:cNvSpPr>
          <p:nvPr/>
        </p:nvSpPr>
        <p:spPr bwMode="ltGray">
          <a:xfrm>
            <a:off x="911225" y="758825"/>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eaLnBrk="1" hangingPunct="1">
              <a:spcBef>
                <a:spcPct val="0"/>
              </a:spcBef>
              <a:defRPr/>
            </a:pPr>
            <a:endParaRPr kumimoji="1" lang="en-US" sz="2400" b="0">
              <a:solidFill>
                <a:schemeClr val="tx1"/>
              </a:solidFill>
            </a:endParaRPr>
          </a:p>
        </p:txBody>
      </p:sp>
      <p:sp>
        <p:nvSpPr>
          <p:cNvPr id="1030" name="Rectangle 6">
            <a:extLst>
              <a:ext uri="{FF2B5EF4-FFF2-40B4-BE49-F238E27FC236}">
                <a16:creationId xmlns:a16="http://schemas.microsoft.com/office/drawing/2014/main" id="{A1F0E961-96AE-7955-1A32-81791752891A}"/>
              </a:ext>
            </a:extLst>
          </p:cNvPr>
          <p:cNvSpPr>
            <a:spLocks noChangeArrowheads="1"/>
          </p:cNvSpPr>
          <p:nvPr/>
        </p:nvSpPr>
        <p:spPr bwMode="ltGray">
          <a:xfrm>
            <a:off x="127000" y="685800"/>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eaLnBrk="1" hangingPunct="1">
              <a:spcBef>
                <a:spcPct val="0"/>
              </a:spcBef>
              <a:defRPr/>
            </a:pPr>
            <a:endParaRPr kumimoji="1" lang="en-US" sz="2400" b="0">
              <a:solidFill>
                <a:schemeClr val="tx1"/>
              </a:solidFill>
            </a:endParaRPr>
          </a:p>
        </p:txBody>
      </p:sp>
      <p:sp>
        <p:nvSpPr>
          <p:cNvPr id="1031" name="Rectangle 7">
            <a:extLst>
              <a:ext uri="{FF2B5EF4-FFF2-40B4-BE49-F238E27FC236}">
                <a16:creationId xmlns:a16="http://schemas.microsoft.com/office/drawing/2014/main" id="{2F8ACAAD-CFDF-7768-ABBD-71C3B0B33C9D}"/>
              </a:ext>
            </a:extLst>
          </p:cNvPr>
          <p:cNvSpPr>
            <a:spLocks noChangeArrowheads="1"/>
          </p:cNvSpPr>
          <p:nvPr/>
        </p:nvSpPr>
        <p:spPr bwMode="gray">
          <a:xfrm>
            <a:off x="762000" y="228600"/>
            <a:ext cx="31750" cy="1052513"/>
          </a:xfrm>
          <a:prstGeom prst="rect">
            <a:avLst/>
          </a:prstGeom>
          <a:solidFill>
            <a:schemeClr val="bg2"/>
          </a:soli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eaLnBrk="1" hangingPunct="1">
              <a:spcBef>
                <a:spcPct val="0"/>
              </a:spcBef>
              <a:defRPr/>
            </a:pPr>
            <a:endParaRPr kumimoji="1" lang="en-US" sz="2400" b="0">
              <a:solidFill>
                <a:schemeClr val="tx1"/>
              </a:solidFill>
            </a:endParaRPr>
          </a:p>
        </p:txBody>
      </p:sp>
      <p:sp>
        <p:nvSpPr>
          <p:cNvPr id="1032" name="Rectangle 8">
            <a:extLst>
              <a:ext uri="{FF2B5EF4-FFF2-40B4-BE49-F238E27FC236}">
                <a16:creationId xmlns:a16="http://schemas.microsoft.com/office/drawing/2014/main" id="{60AB3C22-0FE3-F25F-A530-BE3E316B1DF0}"/>
              </a:ext>
            </a:extLst>
          </p:cNvPr>
          <p:cNvSpPr>
            <a:spLocks noChangeArrowheads="1"/>
          </p:cNvSpPr>
          <p:nvPr/>
        </p:nvSpPr>
        <p:spPr bwMode="gray">
          <a:xfrm>
            <a:off x="442913" y="1019175"/>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eaLnBrk="1" hangingPunct="1">
              <a:spcBef>
                <a:spcPct val="0"/>
              </a:spcBef>
              <a:defRPr/>
            </a:pPr>
            <a:endParaRPr kumimoji="1" lang="en-US" sz="2400" b="0">
              <a:solidFill>
                <a:schemeClr val="tx1"/>
              </a:solidFill>
            </a:endParaRPr>
          </a:p>
        </p:txBody>
      </p:sp>
      <p:sp>
        <p:nvSpPr>
          <p:cNvPr id="1033" name="Rectangle 9">
            <a:extLst>
              <a:ext uri="{FF2B5EF4-FFF2-40B4-BE49-F238E27FC236}">
                <a16:creationId xmlns:a16="http://schemas.microsoft.com/office/drawing/2014/main" id="{110C331C-70DB-889C-FE4B-5EB99D5BD380}"/>
              </a:ext>
            </a:extLst>
          </p:cNvPr>
          <p:cNvSpPr>
            <a:spLocks noGrp="1" noChangeArrowheads="1"/>
          </p:cNvSpPr>
          <p:nvPr>
            <p:ph type="title"/>
          </p:nvPr>
        </p:nvSpPr>
        <p:spPr bwMode="auto">
          <a:xfrm>
            <a:off x="1150938" y="236538"/>
            <a:ext cx="77930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style</a:t>
            </a:r>
          </a:p>
        </p:txBody>
      </p:sp>
      <p:sp>
        <p:nvSpPr>
          <p:cNvPr id="1034" name="Rectangle 10">
            <a:extLst>
              <a:ext uri="{FF2B5EF4-FFF2-40B4-BE49-F238E27FC236}">
                <a16:creationId xmlns:a16="http://schemas.microsoft.com/office/drawing/2014/main" id="{67DA50EA-3135-8D4A-4E73-160DA080F73A}"/>
              </a:ext>
            </a:extLst>
          </p:cNvPr>
          <p:cNvSpPr>
            <a:spLocks noGrp="1" noChangeArrowheads="1"/>
          </p:cNvSpPr>
          <p:nvPr>
            <p:ph type="body" idx="1"/>
          </p:nvPr>
        </p:nvSpPr>
        <p:spPr bwMode="auto">
          <a:xfrm>
            <a:off x="457200" y="1371600"/>
            <a:ext cx="8497888" cy="476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9" name="Rectangle 11">
            <a:extLst>
              <a:ext uri="{FF2B5EF4-FFF2-40B4-BE49-F238E27FC236}">
                <a16:creationId xmlns:a16="http://schemas.microsoft.com/office/drawing/2014/main" id="{695A0D6F-DACF-D8F2-30A0-36F6EF604F72}"/>
              </a:ext>
            </a:extLst>
          </p:cNvPr>
          <p:cNvSpPr>
            <a:spLocks noGrp="1" noChangeArrowheads="1"/>
          </p:cNvSpPr>
          <p:nvPr>
            <p:ph type="dt" sz="half" idx="2"/>
          </p:nvPr>
        </p:nvSpPr>
        <p:spPr bwMode="auto">
          <a:xfrm>
            <a:off x="7086600" y="6553200"/>
            <a:ext cx="1905000" cy="2286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spcBef>
                <a:spcPct val="0"/>
              </a:spcBef>
              <a:defRPr sz="1200" b="0">
                <a:solidFill>
                  <a:schemeClr val="tx1"/>
                </a:solidFill>
              </a:defRPr>
            </a:lvl1pPr>
          </a:lstStyle>
          <a:p>
            <a:pPr>
              <a:defRPr/>
            </a:pPr>
            <a:fld id="{061CE938-B711-44C6-8CB0-56A2F66FF565}" type="datetime1">
              <a:rPr lang="en-US"/>
              <a:pPr>
                <a:defRPr/>
              </a:pPr>
              <a:t>10/5/2025</a:t>
            </a:fld>
            <a:endParaRPr lang="en-US"/>
          </a:p>
        </p:txBody>
      </p:sp>
      <p:sp>
        <p:nvSpPr>
          <p:cNvPr id="7180" name="Rectangle 12">
            <a:extLst>
              <a:ext uri="{FF2B5EF4-FFF2-40B4-BE49-F238E27FC236}">
                <a16:creationId xmlns:a16="http://schemas.microsoft.com/office/drawing/2014/main" id="{AF687A5E-3B63-809A-1789-8F18D2F68035}"/>
              </a:ext>
            </a:extLst>
          </p:cNvPr>
          <p:cNvSpPr>
            <a:spLocks noGrp="1" noChangeArrowheads="1"/>
          </p:cNvSpPr>
          <p:nvPr>
            <p:ph type="ftr" sz="quarter" idx="3"/>
          </p:nvPr>
        </p:nvSpPr>
        <p:spPr bwMode="auto">
          <a:xfrm>
            <a:off x="1905000" y="6400800"/>
            <a:ext cx="5334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spcBef>
                <a:spcPct val="0"/>
              </a:spcBef>
              <a:defRPr sz="1200" b="0">
                <a:solidFill>
                  <a:schemeClr val="tx1"/>
                </a:solidFill>
              </a:defRPr>
            </a:lvl1pPr>
          </a:lstStyle>
          <a:p>
            <a:pPr>
              <a:defRPr/>
            </a:pPr>
            <a:endParaRPr lang="en-US"/>
          </a:p>
        </p:txBody>
      </p:sp>
      <p:sp>
        <p:nvSpPr>
          <p:cNvPr id="1037" name="Rectangle 14">
            <a:extLst>
              <a:ext uri="{FF2B5EF4-FFF2-40B4-BE49-F238E27FC236}">
                <a16:creationId xmlns:a16="http://schemas.microsoft.com/office/drawing/2014/main" id="{F8BC3355-EBEF-12C8-7D2E-0EA229242A81}"/>
              </a:ext>
            </a:extLst>
          </p:cNvPr>
          <p:cNvSpPr>
            <a:spLocks noChangeArrowheads="1"/>
          </p:cNvSpPr>
          <p:nvPr/>
        </p:nvSpPr>
        <p:spPr bwMode="auto">
          <a:xfrm>
            <a:off x="76200" y="6553200"/>
            <a:ext cx="1905000" cy="228600"/>
          </a:xfrm>
          <a:prstGeom prst="rect">
            <a:avLst/>
          </a:prstGeom>
          <a:noFill/>
          <a:ln>
            <a:noFill/>
          </a:ln>
          <a:effectLst/>
        </p:spPr>
        <p:txBody>
          <a:bodyPr anchor="b"/>
          <a:lstStyle>
            <a:lvl1pPr algn="ctr">
              <a:spcBef>
                <a:spcPct val="50000"/>
              </a:spcBef>
              <a:defRPr sz="2000" b="1">
                <a:solidFill>
                  <a:schemeClr val="tx2"/>
                </a:solidFill>
                <a:latin typeface="Comic Sans MS" panose="030F0702030302020204" pitchFamily="66" charset="0"/>
              </a:defRPr>
            </a:lvl1pPr>
            <a:lvl2pPr marL="742950" indent="-285750" algn="ctr">
              <a:spcBef>
                <a:spcPct val="50000"/>
              </a:spcBef>
              <a:defRPr sz="2000" b="1">
                <a:solidFill>
                  <a:schemeClr val="tx2"/>
                </a:solidFill>
                <a:latin typeface="Comic Sans MS" panose="030F0702030302020204" pitchFamily="66" charset="0"/>
              </a:defRPr>
            </a:lvl2pPr>
            <a:lvl3pPr marL="1143000" indent="-228600" algn="ctr">
              <a:spcBef>
                <a:spcPct val="50000"/>
              </a:spcBef>
              <a:defRPr sz="2000" b="1">
                <a:solidFill>
                  <a:schemeClr val="tx2"/>
                </a:solidFill>
                <a:latin typeface="Comic Sans MS" panose="030F0702030302020204" pitchFamily="66" charset="0"/>
              </a:defRPr>
            </a:lvl3pPr>
            <a:lvl4pPr marL="1600200" indent="-228600" algn="ctr">
              <a:spcBef>
                <a:spcPct val="50000"/>
              </a:spcBef>
              <a:defRPr sz="2000" b="1">
                <a:solidFill>
                  <a:schemeClr val="tx2"/>
                </a:solidFill>
                <a:latin typeface="Comic Sans MS" panose="030F0702030302020204" pitchFamily="66" charset="0"/>
              </a:defRPr>
            </a:lvl4pPr>
            <a:lvl5pPr marL="2057400" indent="-228600" algn="ctr">
              <a:spcBef>
                <a:spcPct val="50000"/>
              </a:spcBef>
              <a:defRPr sz="2000" b="1">
                <a:solidFill>
                  <a:schemeClr val="tx2"/>
                </a:solidFill>
                <a:latin typeface="Comic Sans MS" panose="030F0702030302020204" pitchFamily="66" charset="0"/>
              </a:defRPr>
            </a:lvl5pPr>
            <a:lvl6pPr marL="2514600" indent="-228600" algn="ctr" eaLnBrk="0" fontAlgn="base" hangingPunct="0">
              <a:spcBef>
                <a:spcPct val="50000"/>
              </a:spcBef>
              <a:spcAft>
                <a:spcPct val="0"/>
              </a:spcAft>
              <a:defRPr sz="2000" b="1">
                <a:solidFill>
                  <a:schemeClr val="tx2"/>
                </a:solidFill>
                <a:latin typeface="Comic Sans MS" panose="030F0702030302020204" pitchFamily="66" charset="0"/>
              </a:defRPr>
            </a:lvl6pPr>
            <a:lvl7pPr marL="2971800" indent="-228600" algn="ctr" eaLnBrk="0" fontAlgn="base" hangingPunct="0">
              <a:spcBef>
                <a:spcPct val="50000"/>
              </a:spcBef>
              <a:spcAft>
                <a:spcPct val="0"/>
              </a:spcAft>
              <a:defRPr sz="2000" b="1">
                <a:solidFill>
                  <a:schemeClr val="tx2"/>
                </a:solidFill>
                <a:latin typeface="Comic Sans MS" panose="030F0702030302020204" pitchFamily="66" charset="0"/>
              </a:defRPr>
            </a:lvl7pPr>
            <a:lvl8pPr marL="3429000" indent="-228600" algn="ctr" eaLnBrk="0" fontAlgn="base" hangingPunct="0">
              <a:spcBef>
                <a:spcPct val="50000"/>
              </a:spcBef>
              <a:spcAft>
                <a:spcPct val="0"/>
              </a:spcAft>
              <a:defRPr sz="2000" b="1">
                <a:solidFill>
                  <a:schemeClr val="tx2"/>
                </a:solidFill>
                <a:latin typeface="Comic Sans MS" panose="030F0702030302020204" pitchFamily="66" charset="0"/>
              </a:defRPr>
            </a:lvl8pPr>
            <a:lvl9pPr marL="3886200" indent="-228600" algn="ctr" eaLnBrk="0" fontAlgn="base" hangingPunct="0">
              <a:spcBef>
                <a:spcPct val="50000"/>
              </a:spcBef>
              <a:spcAft>
                <a:spcPct val="0"/>
              </a:spcAft>
              <a:defRPr sz="2000" b="1">
                <a:solidFill>
                  <a:schemeClr val="tx2"/>
                </a:solidFill>
                <a:latin typeface="Comic Sans MS" panose="030F0702030302020204" pitchFamily="66" charset="0"/>
              </a:defRPr>
            </a:lvl9pPr>
          </a:lstStyle>
          <a:p>
            <a:pPr algn="l" eaLnBrk="1" hangingPunct="1">
              <a:spcBef>
                <a:spcPct val="0"/>
              </a:spcBef>
              <a:defRPr/>
            </a:pPr>
            <a:r>
              <a:rPr lang="en-US" sz="1200" b="0">
                <a:solidFill>
                  <a:schemeClr val="tx1"/>
                </a:solidFill>
              </a:rPr>
              <a:t>10/02/05</a:t>
            </a:r>
          </a:p>
        </p:txBody>
      </p:sp>
    </p:spTree>
  </p:cSld>
  <p:clrMap bg1="lt1" tx1="dk1" bg2="lt2" tx2="dk2" accent1="accent1" accent2="accent2" accent3="accent3" accent4="accent4" accent5="accent5" accent6="accent6" hlink="hlink" folHlink="folHlink"/>
  <p:sldLayoutIdLst>
    <p:sldLayoutId id="2147483882"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Lst>
  <p:hf sldNum="0" hdr="0" ft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omic Sans MS" panose="030F0702030302020204" pitchFamily="66" charset="0"/>
        </a:defRPr>
      </a:lvl2pPr>
      <a:lvl3pPr algn="l" rtl="0" eaLnBrk="0" fontAlgn="base" hangingPunct="0">
        <a:spcBef>
          <a:spcPct val="0"/>
        </a:spcBef>
        <a:spcAft>
          <a:spcPct val="0"/>
        </a:spcAft>
        <a:defRPr sz="4400">
          <a:solidFill>
            <a:schemeClr val="tx2"/>
          </a:solidFill>
          <a:latin typeface="Comic Sans MS" panose="030F0702030302020204" pitchFamily="66" charset="0"/>
        </a:defRPr>
      </a:lvl3pPr>
      <a:lvl4pPr algn="l" rtl="0" eaLnBrk="0" fontAlgn="base" hangingPunct="0">
        <a:spcBef>
          <a:spcPct val="0"/>
        </a:spcBef>
        <a:spcAft>
          <a:spcPct val="0"/>
        </a:spcAft>
        <a:defRPr sz="4400">
          <a:solidFill>
            <a:schemeClr val="tx2"/>
          </a:solidFill>
          <a:latin typeface="Comic Sans MS" panose="030F0702030302020204" pitchFamily="66" charset="0"/>
        </a:defRPr>
      </a:lvl4pPr>
      <a:lvl5pPr algn="l" rtl="0" eaLnBrk="0" fontAlgn="base" hangingPunct="0">
        <a:spcBef>
          <a:spcPct val="0"/>
        </a:spcBef>
        <a:spcAft>
          <a:spcPct val="0"/>
        </a:spcAft>
        <a:defRPr sz="4400">
          <a:solidFill>
            <a:schemeClr val="tx2"/>
          </a:solidFill>
          <a:latin typeface="Comic Sans MS" panose="030F0702030302020204" pitchFamily="66" charset="0"/>
        </a:defRPr>
      </a:lvl5pPr>
      <a:lvl6pPr marL="457200" algn="l" rtl="0" fontAlgn="base">
        <a:spcBef>
          <a:spcPct val="0"/>
        </a:spcBef>
        <a:spcAft>
          <a:spcPct val="0"/>
        </a:spcAft>
        <a:defRPr sz="4400">
          <a:solidFill>
            <a:schemeClr val="tx2"/>
          </a:solidFill>
          <a:latin typeface="Comic Sans MS" panose="030F0702030302020204" pitchFamily="66" charset="0"/>
        </a:defRPr>
      </a:lvl6pPr>
      <a:lvl7pPr marL="914400" algn="l" rtl="0" fontAlgn="base">
        <a:spcBef>
          <a:spcPct val="0"/>
        </a:spcBef>
        <a:spcAft>
          <a:spcPct val="0"/>
        </a:spcAft>
        <a:defRPr sz="4400">
          <a:solidFill>
            <a:schemeClr val="tx2"/>
          </a:solidFill>
          <a:latin typeface="Comic Sans MS" panose="030F0702030302020204" pitchFamily="66" charset="0"/>
        </a:defRPr>
      </a:lvl7pPr>
      <a:lvl8pPr marL="1371600" algn="l" rtl="0" fontAlgn="base">
        <a:spcBef>
          <a:spcPct val="0"/>
        </a:spcBef>
        <a:spcAft>
          <a:spcPct val="0"/>
        </a:spcAft>
        <a:defRPr sz="4400">
          <a:solidFill>
            <a:schemeClr val="tx2"/>
          </a:solidFill>
          <a:latin typeface="Comic Sans MS" panose="030F0702030302020204" pitchFamily="66" charset="0"/>
        </a:defRPr>
      </a:lvl8pPr>
      <a:lvl9pPr marL="1828800" algn="l" rtl="0" fontAlgn="base">
        <a:spcBef>
          <a:spcPct val="0"/>
        </a:spcBef>
        <a:spcAft>
          <a:spcPct val="0"/>
        </a:spcAft>
        <a:defRPr sz="4400">
          <a:solidFill>
            <a:schemeClr val="tx2"/>
          </a:solidFill>
          <a:latin typeface="Comic Sans MS" panose="030F0702030302020204" pitchFamily="66"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canftree.com/Data_Structure/bucket-Sort" TargetMode="External"/><Relationship Id="rId3" Type="http://schemas.openxmlformats.org/officeDocument/2006/relationships/hyperlink" Target="http://scanftree.com/Data_Structure/Merge-sort" TargetMode="External"/><Relationship Id="rId7" Type="http://schemas.openxmlformats.org/officeDocument/2006/relationships/hyperlink" Target="https://en.wikipedia.org/wiki/Selection_sort" TargetMode="External"/><Relationship Id="rId2" Type="http://schemas.openxmlformats.org/officeDocument/2006/relationships/hyperlink" Target="http://scanftree.com/Data_Structure/Quick-Sort" TargetMode="External"/><Relationship Id="rId1" Type="http://schemas.openxmlformats.org/officeDocument/2006/relationships/slideLayout" Target="../slideLayouts/slideLayout2.xml"/><Relationship Id="rId6" Type="http://schemas.openxmlformats.org/officeDocument/2006/relationships/hyperlink" Target="http://scanftree.com/Data_Structure/Insertion-sort" TargetMode="External"/><Relationship Id="rId5" Type="http://schemas.openxmlformats.org/officeDocument/2006/relationships/hyperlink" Target="http://scanftree.com/Data_Structure/bubble-sort" TargetMode="External"/><Relationship Id="rId4" Type="http://schemas.openxmlformats.org/officeDocument/2006/relationships/hyperlink" Target="http://scanftree.com/Data_Structure/Heap-sort" TargetMode="External"/><Relationship Id="rId9" Type="http://schemas.openxmlformats.org/officeDocument/2006/relationships/hyperlink" Target="http://scanftree.com/Data_Structure/radix-sort"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canftree.com/Data_Structure/bucket-Sort" TargetMode="External"/><Relationship Id="rId3" Type="http://schemas.openxmlformats.org/officeDocument/2006/relationships/hyperlink" Target="http://scanftree.com/Data_Structure/Merge-sort" TargetMode="External"/><Relationship Id="rId7" Type="http://schemas.openxmlformats.org/officeDocument/2006/relationships/hyperlink" Target="https://en.wikipedia.org/wiki/Selection_sort" TargetMode="External"/><Relationship Id="rId2" Type="http://schemas.openxmlformats.org/officeDocument/2006/relationships/hyperlink" Target="http://scanftree.com/Data_Structure/Quick-Sort" TargetMode="External"/><Relationship Id="rId1" Type="http://schemas.openxmlformats.org/officeDocument/2006/relationships/slideLayout" Target="../slideLayouts/slideLayout2.xml"/><Relationship Id="rId6" Type="http://schemas.openxmlformats.org/officeDocument/2006/relationships/hyperlink" Target="http://scanftree.com/Data_Structure/Insertion-sort" TargetMode="External"/><Relationship Id="rId5" Type="http://schemas.openxmlformats.org/officeDocument/2006/relationships/hyperlink" Target="http://scanftree.com/Data_Structure/bubble-sort" TargetMode="External"/><Relationship Id="rId4" Type="http://schemas.openxmlformats.org/officeDocument/2006/relationships/hyperlink" Target="http://scanftree.com/Data_Structure/Heap-sort" TargetMode="External"/><Relationship Id="rId9" Type="http://schemas.openxmlformats.org/officeDocument/2006/relationships/hyperlink" Target="http://scanftree.com/Data_Structure/radix-sort"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youtu.be/pdY5CC_3iEc" TargetMode="External"/><Relationship Id="rId2" Type="http://schemas.openxmlformats.org/officeDocument/2006/relationships/hyperlink" Target="https://youtu.be/N7-q_O3lgt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F7253C-AA51-62CC-8878-752C5917C537}"/>
              </a:ext>
            </a:extLst>
          </p:cNvPr>
          <p:cNvSpPr>
            <a:spLocks noGrp="1" noChangeArrowheads="1"/>
          </p:cNvSpPr>
          <p:nvPr>
            <p:ph type="ctrTitle"/>
          </p:nvPr>
        </p:nvSpPr>
        <p:spPr>
          <a:xfrm>
            <a:off x="990600" y="2209800"/>
            <a:ext cx="7772400" cy="762000"/>
          </a:xfrm>
        </p:spPr>
        <p:txBody>
          <a:bodyPr/>
          <a:lstStyle/>
          <a:p>
            <a:pPr eaLnBrk="1" hangingPunct="1"/>
            <a:r>
              <a:rPr lang="en-US" altLang="en-US" sz="4000"/>
              <a:t>Bucket Sort and Radix Sort</a:t>
            </a:r>
          </a:p>
        </p:txBody>
      </p:sp>
      <p:sp>
        <p:nvSpPr>
          <p:cNvPr id="5123" name="Subtitle 1">
            <a:extLst>
              <a:ext uri="{FF2B5EF4-FFF2-40B4-BE49-F238E27FC236}">
                <a16:creationId xmlns:a16="http://schemas.microsoft.com/office/drawing/2014/main" id="{95107876-BA46-A6B9-9327-1AD1749395F0}"/>
              </a:ext>
            </a:extLst>
          </p:cNvPr>
          <p:cNvSpPr>
            <a:spLocks noGrp="1" noChangeArrowheads="1"/>
          </p:cNvSpPr>
          <p:nvPr>
            <p:ph type="subTitle" idx="1"/>
          </p:nvPr>
        </p:nvSpPr>
        <p:spPr/>
        <p:txBody>
          <a:bodyPr/>
          <a:lstStyle/>
          <a:p>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8DA268B-FC2E-35CD-0AE2-CCE8E4FB4795}"/>
              </a:ext>
            </a:extLst>
          </p:cNvPr>
          <p:cNvSpPr>
            <a:spLocks noGrp="1" noChangeArrowheads="1"/>
          </p:cNvSpPr>
          <p:nvPr>
            <p:ph type="ctrTitle"/>
          </p:nvPr>
        </p:nvSpPr>
        <p:spPr>
          <a:xfrm>
            <a:off x="990600" y="2209800"/>
            <a:ext cx="7772400" cy="762000"/>
          </a:xfrm>
        </p:spPr>
        <p:txBody>
          <a:bodyPr/>
          <a:lstStyle/>
          <a:p>
            <a:pPr eaLnBrk="1" hangingPunct="1"/>
            <a:r>
              <a:rPr lang="en-US" altLang="en-US" sz="4000"/>
              <a:t>Bucket Sort</a:t>
            </a:r>
          </a:p>
        </p:txBody>
      </p:sp>
      <p:sp>
        <p:nvSpPr>
          <p:cNvPr id="7171" name="Subtitle 1">
            <a:extLst>
              <a:ext uri="{FF2B5EF4-FFF2-40B4-BE49-F238E27FC236}">
                <a16:creationId xmlns:a16="http://schemas.microsoft.com/office/drawing/2014/main" id="{6B917DDE-4CC4-A802-55D3-0BEA1F83285A}"/>
              </a:ext>
            </a:extLst>
          </p:cNvPr>
          <p:cNvSpPr>
            <a:spLocks noGrp="1" noChangeArrowheads="1"/>
          </p:cNvSpPr>
          <p:nvPr>
            <p:ph type="subTitle" idx="1"/>
          </p:nvPr>
        </p:nvSpPr>
        <p:spPr/>
        <p:txBody>
          <a:bodyPr/>
          <a:lstStyle/>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71F0D5C-8EFD-2559-353F-006FA1605BA1}"/>
              </a:ext>
            </a:extLst>
          </p:cNvPr>
          <p:cNvSpPr>
            <a:spLocks noGrp="1" noChangeArrowheads="1"/>
          </p:cNvSpPr>
          <p:nvPr>
            <p:ph type="title"/>
          </p:nvPr>
        </p:nvSpPr>
        <p:spPr>
          <a:xfrm>
            <a:off x="1150938" y="304800"/>
            <a:ext cx="7793037" cy="762000"/>
          </a:xfrm>
        </p:spPr>
        <p:txBody>
          <a:bodyPr/>
          <a:lstStyle/>
          <a:p>
            <a:r>
              <a:rPr lang="en-US" altLang="en-US" sz="1800"/>
              <a:t>Time Complexity comparison of Sorting Algorithms</a:t>
            </a:r>
          </a:p>
        </p:txBody>
      </p:sp>
      <p:graphicFrame>
        <p:nvGraphicFramePr>
          <p:cNvPr id="5" name="Content Placeholder 4">
            <a:extLst>
              <a:ext uri="{FF2B5EF4-FFF2-40B4-BE49-F238E27FC236}">
                <a16:creationId xmlns:a16="http://schemas.microsoft.com/office/drawing/2014/main" id="{67FA4CF3-5CF9-4305-77C6-89F97DAF01EB}"/>
              </a:ext>
            </a:extLst>
          </p:cNvPr>
          <p:cNvGraphicFramePr>
            <a:graphicFrameLocks noGrp="1"/>
          </p:cNvGraphicFramePr>
          <p:nvPr>
            <p:ph idx="1"/>
          </p:nvPr>
        </p:nvGraphicFramePr>
        <p:xfrm>
          <a:off x="304800" y="1219200"/>
          <a:ext cx="8281987" cy="4081464"/>
        </p:xfrm>
        <a:graphic>
          <a:graphicData uri="http://schemas.openxmlformats.org/drawingml/2006/table">
            <a:tbl>
              <a:tblPr/>
              <a:tblGrid>
                <a:gridCol w="1447832">
                  <a:extLst>
                    <a:ext uri="{9D8B030D-6E8A-4147-A177-3AD203B41FA5}">
                      <a16:colId xmlns:a16="http://schemas.microsoft.com/office/drawing/2014/main" val="20000"/>
                    </a:ext>
                  </a:extLst>
                </a:gridCol>
                <a:gridCol w="838219">
                  <a:extLst>
                    <a:ext uri="{9D8B030D-6E8A-4147-A177-3AD203B41FA5}">
                      <a16:colId xmlns:a16="http://schemas.microsoft.com/office/drawing/2014/main" val="20001"/>
                    </a:ext>
                  </a:extLst>
                </a:gridCol>
                <a:gridCol w="1219227">
                  <a:extLst>
                    <a:ext uri="{9D8B030D-6E8A-4147-A177-3AD203B41FA5}">
                      <a16:colId xmlns:a16="http://schemas.microsoft.com/office/drawing/2014/main" val="20002"/>
                    </a:ext>
                  </a:extLst>
                </a:gridCol>
                <a:gridCol w="1447832">
                  <a:extLst>
                    <a:ext uri="{9D8B030D-6E8A-4147-A177-3AD203B41FA5}">
                      <a16:colId xmlns:a16="http://schemas.microsoft.com/office/drawing/2014/main" val="20003"/>
                    </a:ext>
                  </a:extLst>
                </a:gridCol>
                <a:gridCol w="1447832">
                  <a:extLst>
                    <a:ext uri="{9D8B030D-6E8A-4147-A177-3AD203B41FA5}">
                      <a16:colId xmlns:a16="http://schemas.microsoft.com/office/drawing/2014/main" val="20004"/>
                    </a:ext>
                  </a:extLst>
                </a:gridCol>
                <a:gridCol w="1881045">
                  <a:extLst>
                    <a:ext uri="{9D8B030D-6E8A-4147-A177-3AD203B41FA5}">
                      <a16:colId xmlns:a16="http://schemas.microsoft.com/office/drawing/2014/main" val="20005"/>
                    </a:ext>
                  </a:extLst>
                </a:gridCol>
              </a:tblGrid>
              <a:tr h="627092">
                <a:tc>
                  <a:txBody>
                    <a:bodyPr/>
                    <a:lstStyle/>
                    <a:p>
                      <a:pPr algn="ctr"/>
                      <a:r>
                        <a:rPr lang="en-US" sz="1800" dirty="0">
                          <a:effectLst/>
                          <a:latin typeface="Times New Roman" panose="02020603050405020304" pitchFamily="18" charset="0"/>
                          <a:cs typeface="Times New Roman" panose="02020603050405020304" pitchFamily="18" charset="0"/>
                        </a:rPr>
                        <a:t>Algorithm</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600" dirty="0">
                          <a:effectLst/>
                          <a:latin typeface="Times New Roman" panose="02020603050405020304" pitchFamily="18" charset="0"/>
                          <a:cs typeface="Times New Roman" panose="02020603050405020304" pitchFamily="18" charset="0"/>
                        </a:rPr>
                        <a:t>Data Structure</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gridSpan="3">
                  <a:txBody>
                    <a:bodyPr/>
                    <a:lstStyle/>
                    <a:p>
                      <a:pPr algn="ctr"/>
                      <a:r>
                        <a:rPr lang="en-US" sz="1800" dirty="0">
                          <a:effectLst/>
                          <a:latin typeface="Times New Roman" panose="02020603050405020304" pitchFamily="18" charset="0"/>
                          <a:cs typeface="Times New Roman" panose="02020603050405020304" pitchFamily="18" charset="0"/>
                        </a:rPr>
                        <a:t>Time Complexity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hMerge="1">
                  <a:txBody>
                    <a:bodyPr/>
                    <a:lstStyle/>
                    <a:p>
                      <a:endParaRPr lang="en-US"/>
                    </a:p>
                  </a:txBody>
                  <a:tcPr/>
                </a:tc>
                <a:tc hMerge="1">
                  <a:txBody>
                    <a:bodyPr/>
                    <a:lstStyle/>
                    <a:p>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cs typeface="Times New Roman" panose="02020603050405020304" pitchFamily="18" charset="0"/>
                        </a:rPr>
                        <a:t>Space</a:t>
                      </a:r>
                      <a:r>
                        <a:rPr lang="en-US" sz="1800" baseline="0" dirty="0">
                          <a:effectLst/>
                          <a:latin typeface="Times New Roman" panose="02020603050405020304" pitchFamily="18" charset="0"/>
                          <a:cs typeface="Times New Roman" panose="02020603050405020304" pitchFamily="18" charset="0"/>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cs typeface="Times New Roman" panose="02020603050405020304" pitchFamily="18" charset="0"/>
                        </a:rPr>
                        <a:t>Complexity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extLst>
                  <a:ext uri="{0D108BD9-81ED-4DB2-BD59-A6C34878D82A}">
                    <a16:rowId xmlns:a16="http://schemas.microsoft.com/office/drawing/2014/main" val="10000"/>
                  </a:ext>
                </a:extLst>
              </a:tr>
              <a:tr h="331476">
                <a:tc>
                  <a:txBody>
                    <a:bodyPr/>
                    <a:lstStyle/>
                    <a:p>
                      <a:pPr algn="l"/>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Best</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Average</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Worst</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endParaRPr lang="en-US" sz="1800" dirty="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31636">
                <a:tc>
                  <a:txBody>
                    <a:bodyPr/>
                    <a:lstStyle/>
                    <a:p>
                      <a:pPr algn="l"/>
                      <a:r>
                        <a:rPr lang="en-US" sz="1800" u="none" strike="noStrike" dirty="0">
                          <a:solidFill>
                            <a:srgbClr val="428BCA"/>
                          </a:solidFill>
                          <a:effectLst/>
                          <a:latin typeface="Times New Roman" panose="02020603050405020304" pitchFamily="18" charset="0"/>
                          <a:cs typeface="Times New Roman" panose="02020603050405020304" pitchFamily="18" charset="0"/>
                          <a:hlinkClick r:id="rId2"/>
                        </a:rPr>
                        <a:t>Quicksort</a:t>
                      </a:r>
                      <a:endParaRPr lang="en-US" sz="1800" dirty="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Array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 log(n))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 log(n))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dirty="0">
                          <a:effectLst/>
                          <a:latin typeface="Times New Roman" panose="02020603050405020304" pitchFamily="18" charset="0"/>
                          <a:cs typeface="Times New Roman" panose="02020603050405020304" pitchFamily="18" charset="0"/>
                        </a:rPr>
                        <a:t>O(n)/0(</a:t>
                      </a:r>
                      <a:r>
                        <a:rPr lang="en-US" sz="1800" dirty="0" err="1">
                          <a:effectLst/>
                          <a:latin typeface="Times New Roman" panose="02020603050405020304" pitchFamily="18" charset="0"/>
                          <a:cs typeface="Times New Roman" panose="02020603050405020304" pitchFamily="18" charset="0"/>
                        </a:rPr>
                        <a:t>logn</a:t>
                      </a:r>
                      <a:r>
                        <a:rPr lang="en-US" sz="1800">
                          <a:effectLst/>
                          <a:latin typeface="Times New Roman" panose="02020603050405020304" pitchFamily="18" charset="0"/>
                          <a:cs typeface="Times New Roman" panose="02020603050405020304" pitchFamily="18" charset="0"/>
                        </a:rPr>
                        <a:t>)</a:t>
                      </a:r>
                      <a:endParaRPr lang="en-US" sz="1800" dirty="0">
                        <a:effectLst/>
                        <a:latin typeface="Times New Roman" panose="02020603050405020304" pitchFamily="18" charset="0"/>
                        <a:cs typeface="Times New Roman" panose="02020603050405020304" pitchFamily="18" charset="0"/>
                      </a:endParaRPr>
                    </a:p>
                  </a:txBody>
                  <a:tcPr marL="28579" marR="28579"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extLst>
                  <a:ext uri="{0D108BD9-81ED-4DB2-BD59-A6C34878D82A}">
                    <a16:rowId xmlns:a16="http://schemas.microsoft.com/office/drawing/2014/main" val="10002"/>
                  </a:ext>
                </a:extLst>
              </a:tr>
              <a:tr h="431636">
                <a:tc>
                  <a:txBody>
                    <a:bodyPr/>
                    <a:lstStyle/>
                    <a:p>
                      <a:pPr algn="l"/>
                      <a:r>
                        <a:rPr lang="en-US" sz="1800" u="none" strike="noStrike">
                          <a:solidFill>
                            <a:srgbClr val="428BCA"/>
                          </a:solidFill>
                          <a:effectLst/>
                          <a:latin typeface="Times New Roman" panose="02020603050405020304" pitchFamily="18" charset="0"/>
                          <a:cs typeface="Times New Roman" panose="02020603050405020304" pitchFamily="18" charset="0"/>
                          <a:hlinkClick r:id="rId3"/>
                        </a:rPr>
                        <a:t>Mergesort</a:t>
                      </a:r>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Array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 log(n))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O(n log(n))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O(n log(n))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O(n)</a:t>
                      </a:r>
                    </a:p>
                  </a:txBody>
                  <a:tcPr marL="28579" marR="28579"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31636">
                <a:tc>
                  <a:txBody>
                    <a:bodyPr/>
                    <a:lstStyle/>
                    <a:p>
                      <a:pPr algn="l"/>
                      <a:r>
                        <a:rPr lang="en-US" sz="1800" u="none" strike="noStrike">
                          <a:solidFill>
                            <a:srgbClr val="428BCA"/>
                          </a:solidFill>
                          <a:effectLst/>
                          <a:latin typeface="Times New Roman" panose="02020603050405020304" pitchFamily="18" charset="0"/>
                          <a:cs typeface="Times New Roman" panose="02020603050405020304" pitchFamily="18" charset="0"/>
                          <a:hlinkClick r:id="rId4"/>
                        </a:rPr>
                        <a:t>Heapsort</a:t>
                      </a:r>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Array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 log(n))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 log(n))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 log(n))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dirty="0">
                          <a:effectLst/>
                          <a:latin typeface="Times New Roman" panose="02020603050405020304" pitchFamily="18" charset="0"/>
                          <a:cs typeface="Times New Roman" panose="02020603050405020304" pitchFamily="18" charset="0"/>
                        </a:rPr>
                        <a:t>O(1)</a:t>
                      </a:r>
                    </a:p>
                  </a:txBody>
                  <a:tcPr marL="28579" marR="28579"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extLst>
                  <a:ext uri="{0D108BD9-81ED-4DB2-BD59-A6C34878D82A}">
                    <a16:rowId xmlns:a16="http://schemas.microsoft.com/office/drawing/2014/main" val="10004"/>
                  </a:ext>
                </a:extLst>
              </a:tr>
              <a:tr h="349088">
                <a:tc>
                  <a:txBody>
                    <a:bodyPr/>
                    <a:lstStyle/>
                    <a:p>
                      <a:pPr algn="l"/>
                      <a:r>
                        <a:rPr lang="en-US" sz="1800" u="none" strike="noStrike">
                          <a:solidFill>
                            <a:srgbClr val="428BCA"/>
                          </a:solidFill>
                          <a:effectLst/>
                          <a:latin typeface="Times New Roman" panose="02020603050405020304" pitchFamily="18" charset="0"/>
                          <a:cs typeface="Times New Roman" panose="02020603050405020304" pitchFamily="18" charset="0"/>
                          <a:hlinkClick r:id="rId5"/>
                        </a:rPr>
                        <a:t>Bubble Sort</a:t>
                      </a:r>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Array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O(1)</a:t>
                      </a:r>
                    </a:p>
                  </a:txBody>
                  <a:tcPr marL="28579" marR="28579"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431636">
                <a:tc>
                  <a:txBody>
                    <a:bodyPr/>
                    <a:lstStyle/>
                    <a:p>
                      <a:pPr algn="l"/>
                      <a:r>
                        <a:rPr lang="en-US" sz="1800" u="none" strike="noStrike">
                          <a:solidFill>
                            <a:srgbClr val="428BCA"/>
                          </a:solidFill>
                          <a:effectLst/>
                          <a:latin typeface="Times New Roman" panose="02020603050405020304" pitchFamily="18" charset="0"/>
                          <a:cs typeface="Times New Roman" panose="02020603050405020304" pitchFamily="18" charset="0"/>
                          <a:hlinkClick r:id="rId6"/>
                        </a:rPr>
                        <a:t>Insertion Sort</a:t>
                      </a:r>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Array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dirty="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dirty="0">
                          <a:effectLst/>
                          <a:latin typeface="Times New Roman" panose="02020603050405020304" pitchFamily="18" charset="0"/>
                          <a:cs typeface="Times New Roman" panose="02020603050405020304" pitchFamily="18" charset="0"/>
                        </a:rPr>
                        <a:t>O(1)</a:t>
                      </a:r>
                    </a:p>
                  </a:txBody>
                  <a:tcPr marL="28579" marR="28579"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extLst>
                  <a:ext uri="{0D108BD9-81ED-4DB2-BD59-A6C34878D82A}">
                    <a16:rowId xmlns:a16="http://schemas.microsoft.com/office/drawing/2014/main" val="10006"/>
                  </a:ext>
                </a:extLst>
              </a:tr>
              <a:tr h="349088">
                <a:tc>
                  <a:txBody>
                    <a:bodyPr/>
                    <a:lstStyle/>
                    <a:p>
                      <a:pPr algn="l"/>
                      <a:r>
                        <a:rPr lang="en-US" sz="1800" u="none" strike="noStrike">
                          <a:solidFill>
                            <a:srgbClr val="428BCA"/>
                          </a:solidFill>
                          <a:effectLst/>
                          <a:latin typeface="Times New Roman" panose="02020603050405020304" pitchFamily="18" charset="0"/>
                          <a:cs typeface="Times New Roman" panose="02020603050405020304" pitchFamily="18" charset="0"/>
                          <a:hlinkClick r:id="rId7"/>
                        </a:rPr>
                        <a:t>Select Sort</a:t>
                      </a:r>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Array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O(1)</a:t>
                      </a:r>
                    </a:p>
                  </a:txBody>
                  <a:tcPr marL="28579" marR="28579"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49088">
                <a:tc>
                  <a:txBody>
                    <a:bodyPr/>
                    <a:lstStyle/>
                    <a:p>
                      <a:pPr algn="l"/>
                      <a:r>
                        <a:rPr lang="en-US" sz="1800" u="none" strike="noStrike">
                          <a:solidFill>
                            <a:srgbClr val="428BCA"/>
                          </a:solidFill>
                          <a:effectLst/>
                          <a:latin typeface="Times New Roman" panose="02020603050405020304" pitchFamily="18" charset="0"/>
                          <a:cs typeface="Times New Roman" panose="02020603050405020304" pitchFamily="18" charset="0"/>
                          <a:hlinkClick r:id="rId8" tooltip="Only for integers with range k"/>
                        </a:rPr>
                        <a:t>Bucket Sort</a:t>
                      </a:r>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Array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O(n+k)</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O(n+k)</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a:effectLst/>
                          <a:latin typeface="Times New Roman" panose="02020603050405020304" pitchFamily="18" charset="0"/>
                          <a:cs typeface="Times New Roman" panose="02020603050405020304" pitchFamily="18" charset="0"/>
                        </a:rPr>
                        <a:t>O(n^2)</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ctr"/>
                      <a:r>
                        <a:rPr lang="en-US" sz="1800" dirty="0">
                          <a:effectLst/>
                          <a:latin typeface="Times New Roman" panose="02020603050405020304" pitchFamily="18" charset="0"/>
                          <a:cs typeface="Times New Roman" panose="02020603050405020304" pitchFamily="18" charset="0"/>
                        </a:rPr>
                        <a:t>O(</a:t>
                      </a:r>
                      <a:r>
                        <a:rPr lang="en-US" sz="1800" dirty="0" err="1">
                          <a:effectLst/>
                          <a:latin typeface="Times New Roman" panose="02020603050405020304" pitchFamily="18" charset="0"/>
                          <a:cs typeface="Times New Roman" panose="02020603050405020304" pitchFamily="18" charset="0"/>
                        </a:rPr>
                        <a:t>nk</a:t>
                      </a:r>
                      <a:r>
                        <a:rPr lang="en-US" sz="1800" dirty="0">
                          <a:effectLst/>
                          <a:latin typeface="Times New Roman" panose="02020603050405020304" pitchFamily="18" charset="0"/>
                          <a:cs typeface="Times New Roman" panose="02020603050405020304" pitchFamily="18" charset="0"/>
                        </a:rPr>
                        <a:t>)</a:t>
                      </a:r>
                    </a:p>
                  </a:txBody>
                  <a:tcPr marL="28579" marR="28579"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extLst>
                  <a:ext uri="{0D108BD9-81ED-4DB2-BD59-A6C34878D82A}">
                    <a16:rowId xmlns:a16="http://schemas.microsoft.com/office/drawing/2014/main" val="10008"/>
                  </a:ext>
                </a:extLst>
              </a:tr>
              <a:tr h="349088">
                <a:tc>
                  <a:txBody>
                    <a:bodyPr/>
                    <a:lstStyle/>
                    <a:p>
                      <a:pPr algn="l"/>
                      <a:r>
                        <a:rPr lang="en-US" sz="1800" u="none" strike="noStrike">
                          <a:solidFill>
                            <a:srgbClr val="428BCA"/>
                          </a:solidFill>
                          <a:effectLst/>
                          <a:latin typeface="Times New Roman" panose="02020603050405020304" pitchFamily="18" charset="0"/>
                          <a:cs typeface="Times New Roman" panose="02020603050405020304" pitchFamily="18" charset="0"/>
                          <a:hlinkClick r:id="rId9" tooltip="Constant number of digits 'k'"/>
                        </a:rPr>
                        <a:t>Radix Sort</a:t>
                      </a:r>
                      <a:endParaRPr lang="en-US" sz="1800">
                        <a:effectLst/>
                        <a:latin typeface="Times New Roman" panose="02020603050405020304" pitchFamily="18" charset="0"/>
                        <a:cs typeface="Times New Roman" panose="02020603050405020304" pitchFamily="18" charset="0"/>
                      </a:endParaRP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Array</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O(nk)</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a:effectLst/>
                          <a:latin typeface="Times New Roman" panose="02020603050405020304" pitchFamily="18" charset="0"/>
                          <a:cs typeface="Times New Roman" panose="02020603050405020304" pitchFamily="18" charset="0"/>
                        </a:rPr>
                        <a:t>O(nk)</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O(</a:t>
                      </a:r>
                      <a:r>
                        <a:rPr lang="en-US" sz="1800" dirty="0" err="1">
                          <a:effectLst/>
                          <a:latin typeface="Times New Roman" panose="02020603050405020304" pitchFamily="18" charset="0"/>
                          <a:cs typeface="Times New Roman" panose="02020603050405020304" pitchFamily="18" charset="0"/>
                        </a:rPr>
                        <a:t>nk</a:t>
                      </a:r>
                      <a:r>
                        <a:rPr lang="en-US" sz="1800" dirty="0">
                          <a:effectLst/>
                          <a:latin typeface="Times New Roman" panose="02020603050405020304" pitchFamily="18" charset="0"/>
                          <a:cs typeface="Times New Roman" panose="02020603050405020304" pitchFamily="18" charset="0"/>
                        </a:rPr>
                        <a:t>)</a:t>
                      </a:r>
                    </a:p>
                  </a:txBody>
                  <a:tcPr marL="28576" marR="28576" marT="28578" marB="2857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a:r>
                        <a:rPr lang="en-US" sz="1800" dirty="0">
                          <a:effectLst/>
                          <a:latin typeface="Times New Roman" panose="02020603050405020304" pitchFamily="18" charset="0"/>
                          <a:cs typeface="Times New Roman" panose="02020603050405020304" pitchFamily="18" charset="0"/>
                        </a:rPr>
                        <a:t>O(</a:t>
                      </a:r>
                      <a:r>
                        <a:rPr lang="en-US" sz="1800" dirty="0" err="1">
                          <a:effectLst/>
                          <a:latin typeface="Times New Roman" panose="02020603050405020304" pitchFamily="18" charset="0"/>
                          <a:cs typeface="Times New Roman" panose="02020603050405020304" pitchFamily="18" charset="0"/>
                        </a:rPr>
                        <a:t>n+k</a:t>
                      </a:r>
                      <a:r>
                        <a:rPr lang="en-US" sz="1800" dirty="0">
                          <a:effectLst/>
                          <a:latin typeface="Times New Roman" panose="02020603050405020304" pitchFamily="18" charset="0"/>
                          <a:cs typeface="Times New Roman" panose="02020603050405020304" pitchFamily="18" charset="0"/>
                        </a:rPr>
                        <a:t>)</a:t>
                      </a:r>
                    </a:p>
                  </a:txBody>
                  <a:tcPr marL="28579" marR="28579"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9296" name="Date Placeholder 3">
            <a:extLst>
              <a:ext uri="{FF2B5EF4-FFF2-40B4-BE49-F238E27FC236}">
                <a16:creationId xmlns:a16="http://schemas.microsoft.com/office/drawing/2014/main" id="{FBEFE590-807E-64CF-9F2A-88F03093094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0C0296B4-A836-451B-A394-267793BDE31A}" type="datetime1">
              <a:rPr lang="en-US" altLang="en-US" sz="1200" smtClean="0"/>
              <a:pPr>
                <a:spcBef>
                  <a:spcPct val="0"/>
                </a:spcBef>
                <a:buClrTx/>
                <a:buSzTx/>
                <a:buFontTx/>
                <a:buNone/>
              </a:pPr>
              <a:t>10/5/2025</a:t>
            </a:fld>
            <a:endParaRPr lang="en-US" alt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6C399B9-696C-C655-7228-AF7CEB3AE18F}"/>
              </a:ext>
            </a:extLst>
          </p:cNvPr>
          <p:cNvSpPr>
            <a:spLocks noGrp="1" noChangeArrowheads="1"/>
          </p:cNvSpPr>
          <p:nvPr>
            <p:ph type="title"/>
          </p:nvPr>
        </p:nvSpPr>
        <p:spPr>
          <a:xfrm>
            <a:off x="1150938" y="228600"/>
            <a:ext cx="7793037" cy="762000"/>
          </a:xfrm>
        </p:spPr>
        <p:txBody>
          <a:bodyPr/>
          <a:lstStyle/>
          <a:p>
            <a:r>
              <a:rPr lang="en-US" altLang="en-US" sz="1400"/>
              <a:t>Space Complexity comparison of Sorting Algorithms</a:t>
            </a:r>
          </a:p>
        </p:txBody>
      </p:sp>
      <p:graphicFrame>
        <p:nvGraphicFramePr>
          <p:cNvPr id="5" name="Content Placeholder 4">
            <a:extLst>
              <a:ext uri="{FF2B5EF4-FFF2-40B4-BE49-F238E27FC236}">
                <a16:creationId xmlns:a16="http://schemas.microsoft.com/office/drawing/2014/main" id="{4C31F4DC-2CC8-4ABC-8055-B1431C053B14}"/>
              </a:ext>
            </a:extLst>
          </p:cNvPr>
          <p:cNvGraphicFramePr>
            <a:graphicFrameLocks noGrp="1"/>
          </p:cNvGraphicFramePr>
          <p:nvPr>
            <p:ph idx="1"/>
          </p:nvPr>
        </p:nvGraphicFramePr>
        <p:xfrm>
          <a:off x="762000" y="1905000"/>
          <a:ext cx="7124699" cy="3257550"/>
        </p:xfrm>
        <a:graphic>
          <a:graphicData uri="http://schemas.openxmlformats.org/drawingml/2006/table">
            <a:tbl>
              <a:tblPr/>
              <a:tblGrid>
                <a:gridCol w="1597099">
                  <a:extLst>
                    <a:ext uri="{9D8B030D-6E8A-4147-A177-3AD203B41FA5}">
                      <a16:colId xmlns:a16="http://schemas.microsoft.com/office/drawing/2014/main" val="20000"/>
                    </a:ext>
                  </a:extLst>
                </a:gridCol>
                <a:gridCol w="1597099">
                  <a:extLst>
                    <a:ext uri="{9D8B030D-6E8A-4147-A177-3AD203B41FA5}">
                      <a16:colId xmlns:a16="http://schemas.microsoft.com/office/drawing/2014/main" val="20001"/>
                    </a:ext>
                  </a:extLst>
                </a:gridCol>
                <a:gridCol w="3513881">
                  <a:extLst>
                    <a:ext uri="{9D8B030D-6E8A-4147-A177-3AD203B41FA5}">
                      <a16:colId xmlns:a16="http://schemas.microsoft.com/office/drawing/2014/main" val="20002"/>
                    </a:ext>
                  </a:extLst>
                </a:gridCol>
                <a:gridCol w="208310">
                  <a:extLst>
                    <a:ext uri="{9D8B030D-6E8A-4147-A177-3AD203B41FA5}">
                      <a16:colId xmlns:a16="http://schemas.microsoft.com/office/drawing/2014/main" val="20003"/>
                    </a:ext>
                  </a:extLst>
                </a:gridCol>
                <a:gridCol w="208310">
                  <a:extLst>
                    <a:ext uri="{9D8B030D-6E8A-4147-A177-3AD203B41FA5}">
                      <a16:colId xmlns:a16="http://schemas.microsoft.com/office/drawing/2014/main" val="20004"/>
                    </a:ext>
                  </a:extLst>
                </a:gridCol>
              </a:tblGrid>
              <a:tr h="0">
                <a:tc>
                  <a:txBody>
                    <a:bodyPr/>
                    <a:lstStyle/>
                    <a:p>
                      <a:pPr algn="l"/>
                      <a:r>
                        <a:rPr lang="en-US" dirty="0">
                          <a:effectLst/>
                          <a:latin typeface="Times New Roman" panose="02020603050405020304" pitchFamily="18" charset="0"/>
                          <a:cs typeface="Times New Roman" panose="02020603050405020304" pitchFamily="18" charset="0"/>
                        </a:rPr>
                        <a:t>Algorithm</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a:effectLst/>
                          <a:latin typeface="Times New Roman" panose="02020603050405020304" pitchFamily="18" charset="0"/>
                          <a:cs typeface="Times New Roman" panose="02020603050405020304" pitchFamily="18" charset="0"/>
                        </a:rPr>
                        <a:t>Data Structure</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gridSpan="3">
                  <a:txBody>
                    <a:bodyPr/>
                    <a:lstStyle/>
                    <a:p>
                      <a:pPr algn="l"/>
                      <a:r>
                        <a:rPr lang="en-US" dirty="0">
                          <a:effectLst/>
                          <a:latin typeface="Times New Roman" panose="02020603050405020304" pitchFamily="18" charset="0"/>
                          <a:cs typeface="Times New Roman" panose="02020603050405020304" pitchFamily="18" charset="0"/>
                        </a:rPr>
                        <a:t>Worst Case Auxiliary Space Complexity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algn="l"/>
                      <a:r>
                        <a:rPr lang="en-US" u="none" strike="noStrike">
                          <a:solidFill>
                            <a:srgbClr val="428BCA"/>
                          </a:solidFill>
                          <a:effectLst/>
                          <a:latin typeface="Times New Roman" panose="02020603050405020304" pitchFamily="18" charset="0"/>
                          <a:cs typeface="Times New Roman" panose="02020603050405020304" pitchFamily="18" charset="0"/>
                          <a:hlinkClick r:id="rId2"/>
                        </a:rPr>
                        <a:t>Quicksort</a:t>
                      </a:r>
                      <a:endParaRPr lang="en-US">
                        <a:effectLst/>
                        <a:latin typeface="Times New Roman" panose="02020603050405020304" pitchFamily="18" charset="0"/>
                        <a:cs typeface="Times New Roman" panose="02020603050405020304" pitchFamily="18" charset="0"/>
                      </a:endParaRP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l"/>
                      <a:r>
                        <a:rPr lang="en-US">
                          <a:effectLst/>
                          <a:latin typeface="Times New Roman" panose="02020603050405020304" pitchFamily="18" charset="0"/>
                          <a:cs typeface="Times New Roman" panose="02020603050405020304" pitchFamily="18" charset="0"/>
                        </a:rPr>
                        <a:t>Array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l"/>
                      <a:r>
                        <a:rPr lang="en-US" dirty="0">
                          <a:effectLst/>
                          <a:latin typeface="Times New Roman" panose="02020603050405020304" pitchFamily="18" charset="0"/>
                          <a:cs typeface="Times New Roman" panose="02020603050405020304" pitchFamily="18" charset="0"/>
                        </a:rPr>
                        <a:t>O(n)</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en-US">
                        <a:latin typeface="Times New Roman" panose="02020603050405020304" pitchFamily="18" charset="0"/>
                        <a:cs typeface="Times New Roman" panose="02020603050405020304" pitchFamily="18" charset="0"/>
                      </a:endParaRPr>
                    </a:p>
                  </a:txBody>
                  <a:tcPr marL="91454" marR="91454">
                    <a:lnL w="9525" cap="flat" cmpd="sng" algn="ctr">
                      <a:solidFill>
                        <a:srgbClr val="CCCCCC"/>
                      </a:solidFill>
                      <a:prstDash val="solid"/>
                      <a:round/>
                      <a:headEnd type="none" w="med" len="med"/>
                      <a:tailEnd type="none" w="med" len="med"/>
                    </a:lnL>
                    <a:lnT w="9525" cap="flat" cmpd="sng" algn="ctr">
                      <a:solidFill>
                        <a:srgbClr val="CCCCCC"/>
                      </a:solidFill>
                      <a:prstDash val="solid"/>
                      <a:round/>
                      <a:headEnd type="none" w="med" len="med"/>
                      <a:tailEnd type="none" w="med" len="med"/>
                    </a:lnT>
                  </a:tcPr>
                </a:tc>
                <a:tc>
                  <a:txBody>
                    <a:bodyPr/>
                    <a:lstStyle/>
                    <a:p>
                      <a:endParaRPr lang="en-US">
                        <a:latin typeface="Times New Roman" panose="02020603050405020304" pitchFamily="18" charset="0"/>
                        <a:cs typeface="Times New Roman" panose="02020603050405020304" pitchFamily="18" charset="0"/>
                      </a:endParaRPr>
                    </a:p>
                  </a:txBody>
                  <a:tcPr marL="91454" marR="91454">
                    <a:lnT w="9525" cap="flat" cmpd="sng" algn="ctr">
                      <a:solidFill>
                        <a:srgbClr val="CCCCCC"/>
                      </a:solidFill>
                      <a:prstDash val="solid"/>
                      <a:round/>
                      <a:headEnd type="none" w="med" len="med"/>
                      <a:tailEnd type="none" w="med" len="med"/>
                    </a:lnT>
                  </a:tcPr>
                </a:tc>
                <a:extLst>
                  <a:ext uri="{0D108BD9-81ED-4DB2-BD59-A6C34878D82A}">
                    <a16:rowId xmlns:a16="http://schemas.microsoft.com/office/drawing/2014/main" val="10001"/>
                  </a:ext>
                </a:extLst>
              </a:tr>
              <a:tr h="0">
                <a:tc>
                  <a:txBody>
                    <a:bodyPr/>
                    <a:lstStyle/>
                    <a:p>
                      <a:pPr algn="l"/>
                      <a:r>
                        <a:rPr lang="en-US" u="none" strike="noStrike">
                          <a:solidFill>
                            <a:srgbClr val="428BCA"/>
                          </a:solidFill>
                          <a:effectLst/>
                          <a:latin typeface="Times New Roman" panose="02020603050405020304" pitchFamily="18" charset="0"/>
                          <a:cs typeface="Times New Roman" panose="02020603050405020304" pitchFamily="18" charset="0"/>
                          <a:hlinkClick r:id="rId3"/>
                        </a:rPr>
                        <a:t>Mergesort</a:t>
                      </a:r>
                      <a:endParaRPr lang="en-US">
                        <a:effectLst/>
                        <a:latin typeface="Times New Roman" panose="02020603050405020304" pitchFamily="18" charset="0"/>
                        <a:cs typeface="Times New Roman" panose="02020603050405020304" pitchFamily="18" charset="0"/>
                      </a:endParaRP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a:effectLst/>
                          <a:latin typeface="Times New Roman" panose="02020603050405020304" pitchFamily="18" charset="0"/>
                          <a:cs typeface="Times New Roman" panose="02020603050405020304" pitchFamily="18" charset="0"/>
                        </a:rPr>
                        <a:t>Array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dirty="0">
                          <a:effectLst/>
                          <a:latin typeface="Times New Roman" panose="02020603050405020304" pitchFamily="18" charset="0"/>
                          <a:cs typeface="Times New Roman" panose="02020603050405020304" pitchFamily="18" charset="0"/>
                        </a:rPr>
                        <a:t>O(n)</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endParaRPr lang="en-US">
                        <a:latin typeface="Times New Roman" panose="02020603050405020304" pitchFamily="18" charset="0"/>
                        <a:cs typeface="Times New Roman" panose="02020603050405020304" pitchFamily="18" charset="0"/>
                      </a:endParaRPr>
                    </a:p>
                  </a:txBody>
                  <a:tcPr marL="91454" marR="91454">
                    <a:lnL w="9525" cap="flat" cmpd="sng" algn="ctr">
                      <a:solidFill>
                        <a:srgbClr val="CCCCCC"/>
                      </a:solidFill>
                      <a:prstDash val="solid"/>
                      <a:round/>
                      <a:headEnd type="none" w="med" len="med"/>
                      <a:tailEnd type="none" w="med" len="med"/>
                    </a:lnL>
                  </a:tcPr>
                </a:tc>
                <a:tc>
                  <a:txBody>
                    <a:bodyPr/>
                    <a:lstStyle/>
                    <a:p>
                      <a:endParaRPr lang="en-US">
                        <a:latin typeface="Times New Roman" panose="02020603050405020304" pitchFamily="18" charset="0"/>
                        <a:cs typeface="Times New Roman" panose="02020603050405020304" pitchFamily="18" charset="0"/>
                      </a:endParaRPr>
                    </a:p>
                  </a:txBody>
                  <a:tcPr marL="91454" marR="91454"/>
                </a:tc>
                <a:extLst>
                  <a:ext uri="{0D108BD9-81ED-4DB2-BD59-A6C34878D82A}">
                    <a16:rowId xmlns:a16="http://schemas.microsoft.com/office/drawing/2014/main" val="10002"/>
                  </a:ext>
                </a:extLst>
              </a:tr>
              <a:tr h="0">
                <a:tc>
                  <a:txBody>
                    <a:bodyPr/>
                    <a:lstStyle/>
                    <a:p>
                      <a:pPr algn="l"/>
                      <a:r>
                        <a:rPr lang="en-US" u="none" strike="noStrike">
                          <a:solidFill>
                            <a:srgbClr val="428BCA"/>
                          </a:solidFill>
                          <a:effectLst/>
                          <a:latin typeface="Times New Roman" panose="02020603050405020304" pitchFamily="18" charset="0"/>
                          <a:cs typeface="Times New Roman" panose="02020603050405020304" pitchFamily="18" charset="0"/>
                          <a:hlinkClick r:id="rId4"/>
                        </a:rPr>
                        <a:t>Heapsort</a:t>
                      </a:r>
                      <a:endParaRPr lang="en-US">
                        <a:effectLst/>
                        <a:latin typeface="Times New Roman" panose="02020603050405020304" pitchFamily="18" charset="0"/>
                        <a:cs typeface="Times New Roman" panose="02020603050405020304" pitchFamily="18" charset="0"/>
                      </a:endParaRP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l"/>
                      <a:r>
                        <a:rPr lang="en-US">
                          <a:effectLst/>
                          <a:latin typeface="Times New Roman" panose="02020603050405020304" pitchFamily="18" charset="0"/>
                          <a:cs typeface="Times New Roman" panose="02020603050405020304" pitchFamily="18" charset="0"/>
                        </a:rPr>
                        <a:t>Array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l"/>
                      <a:r>
                        <a:rPr lang="en-US" dirty="0">
                          <a:effectLst/>
                          <a:latin typeface="Times New Roman" panose="02020603050405020304" pitchFamily="18" charset="0"/>
                          <a:cs typeface="Times New Roman" panose="02020603050405020304" pitchFamily="18" charset="0"/>
                        </a:rPr>
                        <a:t>O(1)</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en-US">
                        <a:latin typeface="Times New Roman" panose="02020603050405020304" pitchFamily="18" charset="0"/>
                        <a:cs typeface="Times New Roman" panose="02020603050405020304" pitchFamily="18" charset="0"/>
                      </a:endParaRPr>
                    </a:p>
                  </a:txBody>
                  <a:tcPr marL="91454" marR="91454">
                    <a:lnL w="9525" cap="flat" cmpd="sng" algn="ctr">
                      <a:solidFill>
                        <a:srgbClr val="CCCCCC"/>
                      </a:solidFill>
                      <a:prstDash val="solid"/>
                      <a:round/>
                      <a:headEnd type="none" w="med" len="med"/>
                      <a:tailEnd type="none" w="med" len="med"/>
                    </a:lnL>
                  </a:tcPr>
                </a:tc>
                <a:tc>
                  <a:txBody>
                    <a:bodyPr/>
                    <a:lstStyle/>
                    <a:p>
                      <a:endParaRPr lang="en-US" dirty="0">
                        <a:latin typeface="Times New Roman" panose="02020603050405020304" pitchFamily="18" charset="0"/>
                        <a:cs typeface="Times New Roman" panose="02020603050405020304" pitchFamily="18" charset="0"/>
                      </a:endParaRPr>
                    </a:p>
                  </a:txBody>
                  <a:tcPr marL="91454" marR="91454"/>
                </a:tc>
                <a:extLst>
                  <a:ext uri="{0D108BD9-81ED-4DB2-BD59-A6C34878D82A}">
                    <a16:rowId xmlns:a16="http://schemas.microsoft.com/office/drawing/2014/main" val="10003"/>
                  </a:ext>
                </a:extLst>
              </a:tr>
              <a:tr h="0">
                <a:tc>
                  <a:txBody>
                    <a:bodyPr/>
                    <a:lstStyle/>
                    <a:p>
                      <a:pPr algn="l"/>
                      <a:r>
                        <a:rPr lang="en-US" u="none" strike="noStrike">
                          <a:solidFill>
                            <a:srgbClr val="428BCA"/>
                          </a:solidFill>
                          <a:effectLst/>
                          <a:latin typeface="Times New Roman" panose="02020603050405020304" pitchFamily="18" charset="0"/>
                          <a:cs typeface="Times New Roman" panose="02020603050405020304" pitchFamily="18" charset="0"/>
                          <a:hlinkClick r:id="rId5"/>
                        </a:rPr>
                        <a:t>Bubble Sort</a:t>
                      </a:r>
                      <a:endParaRPr lang="en-US">
                        <a:effectLst/>
                        <a:latin typeface="Times New Roman" panose="02020603050405020304" pitchFamily="18" charset="0"/>
                        <a:cs typeface="Times New Roman" panose="02020603050405020304" pitchFamily="18" charset="0"/>
                      </a:endParaRP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a:effectLst/>
                          <a:latin typeface="Times New Roman" panose="02020603050405020304" pitchFamily="18" charset="0"/>
                          <a:cs typeface="Times New Roman" panose="02020603050405020304" pitchFamily="18" charset="0"/>
                        </a:rPr>
                        <a:t>Array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a:effectLst/>
                          <a:latin typeface="Times New Roman" panose="02020603050405020304" pitchFamily="18" charset="0"/>
                          <a:cs typeface="Times New Roman" panose="02020603050405020304" pitchFamily="18" charset="0"/>
                        </a:rPr>
                        <a:t>O(1)</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endParaRPr lang="en-US">
                        <a:latin typeface="Times New Roman" panose="02020603050405020304" pitchFamily="18" charset="0"/>
                        <a:cs typeface="Times New Roman" panose="02020603050405020304" pitchFamily="18" charset="0"/>
                      </a:endParaRPr>
                    </a:p>
                  </a:txBody>
                  <a:tcPr marL="91454" marR="91454">
                    <a:lnL w="9525" cap="flat" cmpd="sng" algn="ctr">
                      <a:solidFill>
                        <a:srgbClr val="CCCCCC"/>
                      </a:solidFill>
                      <a:prstDash val="solid"/>
                      <a:round/>
                      <a:headEnd type="none" w="med" len="med"/>
                      <a:tailEnd type="none" w="med" len="med"/>
                    </a:lnL>
                  </a:tcPr>
                </a:tc>
                <a:tc>
                  <a:txBody>
                    <a:bodyPr/>
                    <a:lstStyle/>
                    <a:p>
                      <a:endParaRPr lang="en-US">
                        <a:latin typeface="Times New Roman" panose="02020603050405020304" pitchFamily="18" charset="0"/>
                        <a:cs typeface="Times New Roman" panose="02020603050405020304" pitchFamily="18" charset="0"/>
                      </a:endParaRPr>
                    </a:p>
                  </a:txBody>
                  <a:tcPr marL="91454" marR="91454"/>
                </a:tc>
                <a:extLst>
                  <a:ext uri="{0D108BD9-81ED-4DB2-BD59-A6C34878D82A}">
                    <a16:rowId xmlns:a16="http://schemas.microsoft.com/office/drawing/2014/main" val="10004"/>
                  </a:ext>
                </a:extLst>
              </a:tr>
              <a:tr h="0">
                <a:tc>
                  <a:txBody>
                    <a:bodyPr/>
                    <a:lstStyle/>
                    <a:p>
                      <a:pPr algn="l"/>
                      <a:r>
                        <a:rPr lang="en-US" u="none" strike="noStrike">
                          <a:solidFill>
                            <a:srgbClr val="428BCA"/>
                          </a:solidFill>
                          <a:effectLst/>
                          <a:latin typeface="Times New Roman" panose="02020603050405020304" pitchFamily="18" charset="0"/>
                          <a:cs typeface="Times New Roman" panose="02020603050405020304" pitchFamily="18" charset="0"/>
                          <a:hlinkClick r:id="rId6"/>
                        </a:rPr>
                        <a:t>Insertion Sort</a:t>
                      </a:r>
                      <a:endParaRPr lang="en-US">
                        <a:effectLst/>
                        <a:latin typeface="Times New Roman" panose="02020603050405020304" pitchFamily="18" charset="0"/>
                        <a:cs typeface="Times New Roman" panose="02020603050405020304" pitchFamily="18" charset="0"/>
                      </a:endParaRP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l"/>
                      <a:r>
                        <a:rPr lang="en-US">
                          <a:effectLst/>
                          <a:latin typeface="Times New Roman" panose="02020603050405020304" pitchFamily="18" charset="0"/>
                          <a:cs typeface="Times New Roman" panose="02020603050405020304" pitchFamily="18" charset="0"/>
                        </a:rPr>
                        <a:t>Array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l"/>
                      <a:r>
                        <a:rPr lang="en-US" dirty="0">
                          <a:effectLst/>
                          <a:latin typeface="Times New Roman" panose="02020603050405020304" pitchFamily="18" charset="0"/>
                          <a:cs typeface="Times New Roman" panose="02020603050405020304" pitchFamily="18" charset="0"/>
                        </a:rPr>
                        <a:t>O(1)</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en-US">
                        <a:latin typeface="Times New Roman" panose="02020603050405020304" pitchFamily="18" charset="0"/>
                        <a:cs typeface="Times New Roman" panose="02020603050405020304" pitchFamily="18" charset="0"/>
                      </a:endParaRPr>
                    </a:p>
                  </a:txBody>
                  <a:tcPr marL="91454" marR="91454">
                    <a:lnL w="9525" cap="flat" cmpd="sng" algn="ctr">
                      <a:solidFill>
                        <a:srgbClr val="CCCCCC"/>
                      </a:solidFill>
                      <a:prstDash val="solid"/>
                      <a:round/>
                      <a:headEnd type="none" w="med" len="med"/>
                      <a:tailEnd type="none" w="med" len="med"/>
                    </a:lnL>
                  </a:tcPr>
                </a:tc>
                <a:tc>
                  <a:txBody>
                    <a:bodyPr/>
                    <a:lstStyle/>
                    <a:p>
                      <a:endParaRPr lang="en-US">
                        <a:latin typeface="Times New Roman" panose="02020603050405020304" pitchFamily="18" charset="0"/>
                        <a:cs typeface="Times New Roman" panose="02020603050405020304" pitchFamily="18" charset="0"/>
                      </a:endParaRPr>
                    </a:p>
                  </a:txBody>
                  <a:tcPr marL="91454" marR="91454"/>
                </a:tc>
                <a:extLst>
                  <a:ext uri="{0D108BD9-81ED-4DB2-BD59-A6C34878D82A}">
                    <a16:rowId xmlns:a16="http://schemas.microsoft.com/office/drawing/2014/main" val="10005"/>
                  </a:ext>
                </a:extLst>
              </a:tr>
              <a:tr h="0">
                <a:tc>
                  <a:txBody>
                    <a:bodyPr/>
                    <a:lstStyle/>
                    <a:p>
                      <a:pPr algn="l"/>
                      <a:r>
                        <a:rPr lang="en-US" u="none" strike="noStrike">
                          <a:solidFill>
                            <a:srgbClr val="428BCA"/>
                          </a:solidFill>
                          <a:effectLst/>
                          <a:latin typeface="Times New Roman" panose="02020603050405020304" pitchFamily="18" charset="0"/>
                          <a:cs typeface="Times New Roman" panose="02020603050405020304" pitchFamily="18" charset="0"/>
                          <a:hlinkClick r:id="rId7"/>
                        </a:rPr>
                        <a:t>Select Sort</a:t>
                      </a:r>
                      <a:endParaRPr lang="en-US">
                        <a:effectLst/>
                        <a:latin typeface="Times New Roman" panose="02020603050405020304" pitchFamily="18" charset="0"/>
                        <a:cs typeface="Times New Roman" panose="02020603050405020304" pitchFamily="18" charset="0"/>
                      </a:endParaRP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a:effectLst/>
                          <a:latin typeface="Times New Roman" panose="02020603050405020304" pitchFamily="18" charset="0"/>
                          <a:cs typeface="Times New Roman" panose="02020603050405020304" pitchFamily="18" charset="0"/>
                        </a:rPr>
                        <a:t>Array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dirty="0">
                          <a:effectLst/>
                          <a:latin typeface="Times New Roman" panose="02020603050405020304" pitchFamily="18" charset="0"/>
                          <a:cs typeface="Times New Roman" panose="02020603050405020304" pitchFamily="18" charset="0"/>
                        </a:rPr>
                        <a:t>O(1)</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endParaRPr lang="en-US">
                        <a:latin typeface="Times New Roman" panose="02020603050405020304" pitchFamily="18" charset="0"/>
                        <a:cs typeface="Times New Roman" panose="02020603050405020304" pitchFamily="18" charset="0"/>
                      </a:endParaRPr>
                    </a:p>
                  </a:txBody>
                  <a:tcPr marL="91454" marR="91454">
                    <a:lnL w="9525" cap="flat" cmpd="sng" algn="ctr">
                      <a:solidFill>
                        <a:srgbClr val="CCCCCC"/>
                      </a:solidFill>
                      <a:prstDash val="solid"/>
                      <a:round/>
                      <a:headEnd type="none" w="med" len="med"/>
                      <a:tailEnd type="none" w="med" len="med"/>
                    </a:lnL>
                  </a:tcPr>
                </a:tc>
                <a:tc>
                  <a:txBody>
                    <a:bodyPr/>
                    <a:lstStyle/>
                    <a:p>
                      <a:endParaRPr lang="en-US">
                        <a:latin typeface="Times New Roman" panose="02020603050405020304" pitchFamily="18" charset="0"/>
                        <a:cs typeface="Times New Roman" panose="02020603050405020304" pitchFamily="18" charset="0"/>
                      </a:endParaRPr>
                    </a:p>
                  </a:txBody>
                  <a:tcPr marL="91454" marR="91454"/>
                </a:tc>
                <a:extLst>
                  <a:ext uri="{0D108BD9-81ED-4DB2-BD59-A6C34878D82A}">
                    <a16:rowId xmlns:a16="http://schemas.microsoft.com/office/drawing/2014/main" val="10006"/>
                  </a:ext>
                </a:extLst>
              </a:tr>
              <a:tr h="0">
                <a:tc>
                  <a:txBody>
                    <a:bodyPr/>
                    <a:lstStyle/>
                    <a:p>
                      <a:pPr algn="l"/>
                      <a:r>
                        <a:rPr lang="en-US" u="none" strike="noStrike">
                          <a:solidFill>
                            <a:srgbClr val="428BCA"/>
                          </a:solidFill>
                          <a:effectLst/>
                          <a:latin typeface="Times New Roman" panose="02020603050405020304" pitchFamily="18" charset="0"/>
                          <a:cs typeface="Times New Roman" panose="02020603050405020304" pitchFamily="18" charset="0"/>
                          <a:hlinkClick r:id="rId8" tooltip="Only for integers with range k"/>
                        </a:rPr>
                        <a:t>Bucket Sort</a:t>
                      </a:r>
                      <a:endParaRPr lang="en-US">
                        <a:effectLst/>
                        <a:latin typeface="Times New Roman" panose="02020603050405020304" pitchFamily="18" charset="0"/>
                        <a:cs typeface="Times New Roman" panose="02020603050405020304" pitchFamily="18" charset="0"/>
                      </a:endParaRP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l"/>
                      <a:r>
                        <a:rPr lang="en-US">
                          <a:effectLst/>
                          <a:latin typeface="Times New Roman" panose="02020603050405020304" pitchFamily="18" charset="0"/>
                          <a:cs typeface="Times New Roman" panose="02020603050405020304" pitchFamily="18" charset="0"/>
                        </a:rPr>
                        <a:t>Array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l"/>
                      <a:r>
                        <a:rPr lang="en-US" dirty="0">
                          <a:effectLst/>
                          <a:latin typeface="Times New Roman" panose="02020603050405020304" pitchFamily="18" charset="0"/>
                          <a:cs typeface="Times New Roman" panose="02020603050405020304" pitchFamily="18" charset="0"/>
                        </a:rPr>
                        <a:t>O(</a:t>
                      </a:r>
                      <a:r>
                        <a:rPr lang="en-US" dirty="0" err="1">
                          <a:effectLst/>
                          <a:latin typeface="Times New Roman" panose="02020603050405020304" pitchFamily="18" charset="0"/>
                          <a:cs typeface="Times New Roman" panose="02020603050405020304" pitchFamily="18" charset="0"/>
                        </a:rPr>
                        <a:t>nk</a:t>
                      </a:r>
                      <a:r>
                        <a:rPr lang="en-US" dirty="0">
                          <a:effectLst/>
                          <a:latin typeface="Times New Roman" panose="02020603050405020304" pitchFamily="18" charset="0"/>
                          <a:cs typeface="Times New Roman" panose="02020603050405020304" pitchFamily="18" charset="0"/>
                        </a:rPr>
                        <a:t>)</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endParaRPr lang="en-US">
                        <a:latin typeface="Times New Roman" panose="02020603050405020304" pitchFamily="18" charset="0"/>
                        <a:cs typeface="Times New Roman" panose="02020603050405020304" pitchFamily="18" charset="0"/>
                      </a:endParaRPr>
                    </a:p>
                  </a:txBody>
                  <a:tcPr marL="91454" marR="91454">
                    <a:lnL w="9525" cap="flat" cmpd="sng" algn="ctr">
                      <a:solidFill>
                        <a:srgbClr val="CCCCCC"/>
                      </a:solidFill>
                      <a:prstDash val="solid"/>
                      <a:round/>
                      <a:headEnd type="none" w="med" len="med"/>
                      <a:tailEnd type="none" w="med" len="med"/>
                    </a:lnL>
                  </a:tcPr>
                </a:tc>
                <a:tc>
                  <a:txBody>
                    <a:bodyPr/>
                    <a:lstStyle/>
                    <a:p>
                      <a:endParaRPr lang="en-US">
                        <a:latin typeface="Times New Roman" panose="02020603050405020304" pitchFamily="18" charset="0"/>
                        <a:cs typeface="Times New Roman" panose="02020603050405020304" pitchFamily="18" charset="0"/>
                      </a:endParaRPr>
                    </a:p>
                  </a:txBody>
                  <a:tcPr marL="91454" marR="91454"/>
                </a:tc>
                <a:extLst>
                  <a:ext uri="{0D108BD9-81ED-4DB2-BD59-A6C34878D82A}">
                    <a16:rowId xmlns:a16="http://schemas.microsoft.com/office/drawing/2014/main" val="10007"/>
                  </a:ext>
                </a:extLst>
              </a:tr>
              <a:tr h="0">
                <a:tc>
                  <a:txBody>
                    <a:bodyPr/>
                    <a:lstStyle/>
                    <a:p>
                      <a:pPr algn="l"/>
                      <a:r>
                        <a:rPr lang="en-US" u="none" strike="noStrike" dirty="0">
                          <a:solidFill>
                            <a:srgbClr val="428BCA"/>
                          </a:solidFill>
                          <a:effectLst/>
                          <a:latin typeface="Times New Roman" panose="02020603050405020304" pitchFamily="18" charset="0"/>
                          <a:cs typeface="Times New Roman" panose="02020603050405020304" pitchFamily="18" charset="0"/>
                          <a:hlinkClick r:id="rId9" tooltip="Constant number of digits 'k'"/>
                        </a:rPr>
                        <a:t>Radix Sort</a:t>
                      </a:r>
                      <a:endParaRPr lang="en-US" dirty="0">
                        <a:effectLst/>
                        <a:latin typeface="Times New Roman" panose="02020603050405020304" pitchFamily="18" charset="0"/>
                        <a:cs typeface="Times New Roman" panose="02020603050405020304" pitchFamily="18" charset="0"/>
                      </a:endParaRP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a:effectLst/>
                          <a:latin typeface="Times New Roman" panose="02020603050405020304" pitchFamily="18" charset="0"/>
                          <a:cs typeface="Times New Roman" panose="02020603050405020304" pitchFamily="18" charset="0"/>
                        </a:rPr>
                        <a:t>Array</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pPr algn="l"/>
                      <a:r>
                        <a:rPr lang="en-US" dirty="0">
                          <a:effectLst/>
                          <a:latin typeface="Times New Roman" panose="02020603050405020304" pitchFamily="18" charset="0"/>
                          <a:cs typeface="Times New Roman" panose="02020603050405020304" pitchFamily="18" charset="0"/>
                        </a:rPr>
                        <a:t>O(</a:t>
                      </a:r>
                      <a:r>
                        <a:rPr lang="en-US" dirty="0" err="1">
                          <a:effectLst/>
                          <a:latin typeface="Times New Roman" panose="02020603050405020304" pitchFamily="18" charset="0"/>
                          <a:cs typeface="Times New Roman" panose="02020603050405020304" pitchFamily="18" charset="0"/>
                        </a:rPr>
                        <a:t>n+k</a:t>
                      </a:r>
                      <a:r>
                        <a:rPr lang="en-US" dirty="0">
                          <a:effectLst/>
                          <a:latin typeface="Times New Roman" panose="02020603050405020304" pitchFamily="18" charset="0"/>
                          <a:cs typeface="Times New Roman" panose="02020603050405020304" pitchFamily="18" charset="0"/>
                        </a:rPr>
                        <a:t>)</a:t>
                      </a:r>
                    </a:p>
                  </a:txBody>
                  <a:tcPr marL="28580" marR="28580" marT="28575" marB="28575"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4F4F8"/>
                    </a:solidFill>
                  </a:tcPr>
                </a:tc>
                <a:tc>
                  <a:txBody>
                    <a:bodyPr/>
                    <a:lstStyle/>
                    <a:p>
                      <a:endParaRPr lang="en-US">
                        <a:latin typeface="Times New Roman" panose="02020603050405020304" pitchFamily="18" charset="0"/>
                        <a:cs typeface="Times New Roman" panose="02020603050405020304" pitchFamily="18" charset="0"/>
                      </a:endParaRPr>
                    </a:p>
                  </a:txBody>
                  <a:tcPr marL="91454" marR="91454">
                    <a:lnL w="9525" cap="flat" cmpd="sng" algn="ctr">
                      <a:solidFill>
                        <a:srgbClr val="CCCCCC"/>
                      </a:solidFill>
                      <a:prstDash val="solid"/>
                      <a:round/>
                      <a:headEnd type="none" w="med" len="med"/>
                      <a:tailEnd type="none" w="med" len="med"/>
                    </a:lnL>
                  </a:tcPr>
                </a:tc>
                <a:tc>
                  <a:txBody>
                    <a:bodyPr/>
                    <a:lstStyle/>
                    <a:p>
                      <a:endParaRPr lang="en-US" dirty="0">
                        <a:latin typeface="Times New Roman" panose="02020603050405020304" pitchFamily="18" charset="0"/>
                        <a:cs typeface="Times New Roman" panose="02020603050405020304" pitchFamily="18" charset="0"/>
                      </a:endParaRPr>
                    </a:p>
                  </a:txBody>
                  <a:tcPr marL="91454" marR="91454"/>
                </a:tc>
                <a:extLst>
                  <a:ext uri="{0D108BD9-81ED-4DB2-BD59-A6C34878D82A}">
                    <a16:rowId xmlns:a16="http://schemas.microsoft.com/office/drawing/2014/main" val="10008"/>
                  </a:ext>
                </a:extLst>
              </a:tr>
            </a:tbl>
          </a:graphicData>
        </a:graphic>
      </p:graphicFrame>
      <p:sp>
        <p:nvSpPr>
          <p:cNvPr id="10312" name="Date Placeholder 3">
            <a:extLst>
              <a:ext uri="{FF2B5EF4-FFF2-40B4-BE49-F238E27FC236}">
                <a16:creationId xmlns:a16="http://schemas.microsoft.com/office/drawing/2014/main" id="{716F8E4C-C784-1C37-C736-C3DFE39F2DA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11D365D4-D1A8-4227-A1A6-540B00F95A02}" type="datetime1">
              <a:rPr lang="en-US" altLang="en-US" sz="1200" smtClean="0"/>
              <a:pPr>
                <a:spcBef>
                  <a:spcPct val="0"/>
                </a:spcBef>
                <a:buClrTx/>
                <a:buSzTx/>
                <a:buFontTx/>
                <a:buNone/>
              </a:pPr>
              <a:t>10/5/2025</a:t>
            </a:fld>
            <a:endParaRPr lang="en-US" altLang="en-US" sz="120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3">
            <a:extLst>
              <a:ext uri="{FF2B5EF4-FFF2-40B4-BE49-F238E27FC236}">
                <a16:creationId xmlns:a16="http://schemas.microsoft.com/office/drawing/2014/main" id="{E9A1338B-F2AD-B91D-DC5E-67790911187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D123B12C-2589-4570-8E97-72FAA91AEC98}" type="datetime1">
              <a:rPr lang="en-US" altLang="en-US" sz="1200" smtClean="0"/>
              <a:pPr>
                <a:spcBef>
                  <a:spcPct val="0"/>
                </a:spcBef>
                <a:buClrTx/>
                <a:buSzTx/>
                <a:buFontTx/>
                <a:buNone/>
              </a:pPr>
              <a:t>10/5/2025</a:t>
            </a:fld>
            <a:endParaRPr lang="en-US" altLang="en-US" sz="1200"/>
          </a:p>
        </p:txBody>
      </p:sp>
      <p:sp>
        <p:nvSpPr>
          <p:cNvPr id="11267" name="Rectangle 2">
            <a:extLst>
              <a:ext uri="{FF2B5EF4-FFF2-40B4-BE49-F238E27FC236}">
                <a16:creationId xmlns:a16="http://schemas.microsoft.com/office/drawing/2014/main" id="{FF12220B-041F-BA6C-34AA-3C7CCEDB1ADF}"/>
              </a:ext>
            </a:extLst>
          </p:cNvPr>
          <p:cNvSpPr>
            <a:spLocks noGrp="1" noChangeArrowheads="1"/>
          </p:cNvSpPr>
          <p:nvPr>
            <p:ph type="title"/>
          </p:nvPr>
        </p:nvSpPr>
        <p:spPr>
          <a:xfrm>
            <a:off x="228600" y="541338"/>
            <a:ext cx="4792663" cy="449262"/>
          </a:xfrm>
          <a:solidFill>
            <a:srgbClr val="FFC000"/>
          </a:solidFill>
        </p:spPr>
        <p:txBody>
          <a:bodyPr/>
          <a:lstStyle/>
          <a:p>
            <a:pPr eaLnBrk="1" hangingPunct="1"/>
            <a:r>
              <a:rPr lang="en-US" altLang="en-US" sz="2400"/>
              <a:t>Time complexity of Sorting</a:t>
            </a:r>
          </a:p>
        </p:txBody>
      </p:sp>
      <p:sp>
        <p:nvSpPr>
          <p:cNvPr id="11268" name="Rectangle 3">
            <a:extLst>
              <a:ext uri="{FF2B5EF4-FFF2-40B4-BE49-F238E27FC236}">
                <a16:creationId xmlns:a16="http://schemas.microsoft.com/office/drawing/2014/main" id="{B553737D-2677-14BB-4F99-8FCE2FF579C4}"/>
              </a:ext>
            </a:extLst>
          </p:cNvPr>
          <p:cNvSpPr>
            <a:spLocks noGrp="1" noChangeArrowheads="1"/>
          </p:cNvSpPr>
          <p:nvPr>
            <p:ph type="body" idx="1"/>
          </p:nvPr>
        </p:nvSpPr>
        <p:spPr>
          <a:xfrm>
            <a:off x="152400" y="1219200"/>
            <a:ext cx="8802688" cy="5105400"/>
          </a:xfrm>
        </p:spPr>
        <p:txBody>
          <a:bodyPr/>
          <a:lstStyle/>
          <a:p>
            <a:pPr eaLnBrk="1" hangingPunct="1">
              <a:lnSpc>
                <a:spcPct val="90000"/>
              </a:lnSpc>
              <a:defRPr/>
            </a:pPr>
            <a:r>
              <a:rPr lang="en-US" altLang="en-US" sz="2000" dirty="0">
                <a:latin typeface="Arial" panose="020B0604020202020204" pitchFamily="34" charset="0"/>
                <a:cs typeface="Arial" panose="020B0604020202020204" pitchFamily="34" charset="0"/>
              </a:rPr>
              <a:t>Several sorting algorithms have been discussed, the best so far are:</a:t>
            </a:r>
          </a:p>
          <a:p>
            <a:pPr lvl="1" eaLnBrk="1" hangingPunct="1">
              <a:lnSpc>
                <a:spcPct val="90000"/>
              </a:lnSpc>
              <a:defRPr/>
            </a:pPr>
            <a:endParaRPr lang="en-US" altLang="en-US" sz="2000" dirty="0">
              <a:latin typeface="Arial" panose="020B0604020202020204" pitchFamily="34" charset="0"/>
              <a:cs typeface="Arial" panose="020B0604020202020204" pitchFamily="34" charset="0"/>
            </a:endParaRPr>
          </a:p>
          <a:p>
            <a:pPr lvl="1" eaLnBrk="1" hangingPunct="1">
              <a:lnSpc>
                <a:spcPct val="90000"/>
              </a:lnSpc>
              <a:defRPr/>
            </a:pPr>
            <a:r>
              <a:rPr lang="en-US" altLang="en-US" sz="2000" dirty="0">
                <a:latin typeface="Arial" panose="020B0604020202020204" pitchFamily="34" charset="0"/>
                <a:cs typeface="Arial" panose="020B0604020202020204" pitchFamily="34" charset="0"/>
              </a:rPr>
              <a:t>Heap sort and Merge sort:  O( n log n )</a:t>
            </a:r>
          </a:p>
          <a:p>
            <a:pPr lvl="1" eaLnBrk="1" hangingPunct="1">
              <a:lnSpc>
                <a:spcPct val="90000"/>
              </a:lnSpc>
              <a:defRPr/>
            </a:pPr>
            <a:endParaRPr lang="en-US" altLang="en-US" sz="2000" dirty="0">
              <a:latin typeface="Arial" panose="020B0604020202020204" pitchFamily="34" charset="0"/>
              <a:cs typeface="Arial" panose="020B0604020202020204" pitchFamily="34" charset="0"/>
            </a:endParaRPr>
          </a:p>
          <a:p>
            <a:pPr lvl="1" eaLnBrk="1" hangingPunct="1">
              <a:lnSpc>
                <a:spcPct val="90000"/>
              </a:lnSpc>
              <a:defRPr/>
            </a:pPr>
            <a:r>
              <a:rPr lang="en-US" altLang="en-US" sz="2000" dirty="0">
                <a:latin typeface="Arial" panose="020B0604020202020204" pitchFamily="34" charset="0"/>
                <a:cs typeface="Arial" panose="020B0604020202020204" pitchFamily="34" charset="0"/>
              </a:rPr>
              <a:t>Quick sort (best one in practice):  O( n log n ) on average, </a:t>
            </a:r>
          </a:p>
          <a:p>
            <a:pPr marL="457200" lvl="1" indent="0" eaLnBrk="1" hangingPunct="1">
              <a:lnSpc>
                <a:spcPct val="90000"/>
              </a:lnSpc>
              <a:buFont typeface="Wingdings" panose="05000000000000000000" pitchFamily="2" charset="2"/>
              <a:buNone/>
              <a:defRPr/>
            </a:pPr>
            <a:r>
              <a:rPr lang="en-US" altLang="en-US" sz="2000" dirty="0">
                <a:latin typeface="Arial" panose="020B0604020202020204" pitchFamily="34" charset="0"/>
                <a:cs typeface="Arial" panose="020B0604020202020204" pitchFamily="34" charset="0"/>
              </a:rPr>
              <a:t>				          :  O( n</a:t>
            </a:r>
            <a:r>
              <a:rPr lang="en-US" altLang="en-US" sz="2000" baseline="30000" dirty="0">
                <a:latin typeface="Arial" panose="020B0604020202020204" pitchFamily="34" charset="0"/>
                <a:cs typeface="Arial" panose="020B0604020202020204" pitchFamily="34" charset="0"/>
              </a:rPr>
              <a:t>2</a:t>
            </a:r>
            <a:r>
              <a:rPr lang="en-US" altLang="en-US" sz="2000" dirty="0">
                <a:latin typeface="Arial" panose="020B0604020202020204" pitchFamily="34" charset="0"/>
                <a:cs typeface="Arial" panose="020B0604020202020204" pitchFamily="34" charset="0"/>
              </a:rPr>
              <a:t> ) worst case</a:t>
            </a:r>
          </a:p>
          <a:p>
            <a:pPr marL="457200" lvl="1" indent="0" eaLnBrk="1" hangingPunct="1">
              <a:lnSpc>
                <a:spcPct val="90000"/>
              </a:lnSpc>
              <a:buFont typeface="Wingdings" panose="05000000000000000000" pitchFamily="2" charset="2"/>
              <a:buNone/>
              <a:defRPr/>
            </a:pPr>
            <a:endParaRPr lang="en-US" altLang="en-US" sz="2400" dirty="0"/>
          </a:p>
          <a:p>
            <a:pPr marL="457200" lvl="1" indent="0" eaLnBrk="1" hangingPunct="1">
              <a:lnSpc>
                <a:spcPct val="90000"/>
              </a:lnSpc>
              <a:buFont typeface="Wingdings" panose="05000000000000000000" pitchFamily="2" charset="2"/>
              <a:buNone/>
              <a:defRPr/>
            </a:pPr>
            <a:r>
              <a:rPr lang="en-US" altLang="en-US" sz="2000" b="1" dirty="0">
                <a:latin typeface="Arial" panose="020B0604020202020204" pitchFamily="34" charset="0"/>
                <a:cs typeface="Arial" panose="020B0604020202020204" pitchFamily="34" charset="0"/>
              </a:rPr>
              <a:t>Can we do better than O( n log n )?</a:t>
            </a:r>
          </a:p>
          <a:p>
            <a:pPr lvl="1" eaLnBrk="1" hangingPunct="1">
              <a:lnSpc>
                <a:spcPct val="90000"/>
              </a:lnSpc>
              <a:defRPr/>
            </a:pPr>
            <a:endParaRPr lang="en-US" altLang="en-US" sz="2000" dirty="0">
              <a:latin typeface="Arial" panose="020B0604020202020204" pitchFamily="34" charset="0"/>
              <a:cs typeface="Arial" panose="020B0604020202020204" pitchFamily="34" charset="0"/>
            </a:endParaRPr>
          </a:p>
          <a:p>
            <a:pPr lvl="1" eaLnBrk="1" hangingPunct="1">
              <a:lnSpc>
                <a:spcPct val="90000"/>
              </a:lnSpc>
              <a:defRPr/>
            </a:pPr>
            <a:r>
              <a:rPr lang="en-US" altLang="en-US" sz="2000" dirty="0">
                <a:latin typeface="Arial" panose="020B0604020202020204" pitchFamily="34" charset="0"/>
                <a:cs typeface="Arial" panose="020B0604020202020204" pitchFamily="34" charset="0"/>
              </a:rPr>
              <a:t>No.</a:t>
            </a:r>
          </a:p>
          <a:p>
            <a:pPr marL="457200" lvl="1" indent="0" eaLnBrk="1" hangingPunct="1">
              <a:lnSpc>
                <a:spcPct val="90000"/>
              </a:lnSpc>
              <a:buFont typeface="Wingdings" panose="05000000000000000000" pitchFamily="2" charset="2"/>
              <a:buNone/>
              <a:defRPr/>
            </a:pPr>
            <a:endParaRPr lang="en-US" altLang="en-US" sz="2000" dirty="0">
              <a:latin typeface="Arial" panose="020B0604020202020204" pitchFamily="34" charset="0"/>
              <a:cs typeface="Arial" panose="020B0604020202020204" pitchFamily="34" charset="0"/>
            </a:endParaRPr>
          </a:p>
          <a:p>
            <a:pPr marL="457200" lvl="1" indent="0" algn="just" eaLnBrk="1" hangingPunct="1">
              <a:lnSpc>
                <a:spcPct val="90000"/>
              </a:lnSpc>
              <a:buFont typeface="Wingdings" panose="05000000000000000000" pitchFamily="2" charset="2"/>
              <a:buNone/>
              <a:defRPr/>
            </a:pPr>
            <a:r>
              <a:rPr lang="en-US" altLang="en-US" sz="2000" b="1" dirty="0">
                <a:latin typeface="Arial" panose="020B0604020202020204" pitchFamily="34" charset="0"/>
                <a:cs typeface="Arial" panose="020B0604020202020204" pitchFamily="34" charset="0"/>
              </a:rPr>
              <a:t>Any comparison-based sorting algorithm will need at least   </a:t>
            </a:r>
          </a:p>
          <a:p>
            <a:pPr marL="457200" lvl="1" indent="0" algn="ctr" eaLnBrk="1" hangingPunct="1">
              <a:lnSpc>
                <a:spcPct val="90000"/>
              </a:lnSpc>
              <a:buFont typeface="Wingdings" panose="05000000000000000000" pitchFamily="2" charset="2"/>
              <a:buNone/>
              <a:defRPr/>
            </a:pPr>
            <a:r>
              <a:rPr lang="en-US" altLang="en-US" sz="2000" b="1" dirty="0">
                <a:latin typeface="Arial" panose="020B0604020202020204" pitchFamily="34" charset="0"/>
                <a:cs typeface="Arial" panose="020B0604020202020204" pitchFamily="34" charset="0"/>
              </a:rPr>
              <a:t>O( n log n )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Date Placeholder 3">
            <a:extLst>
              <a:ext uri="{FF2B5EF4-FFF2-40B4-BE49-F238E27FC236}">
                <a16:creationId xmlns:a16="http://schemas.microsoft.com/office/drawing/2014/main" id="{A372D4CA-4209-E00D-E80C-9051F8B1DFF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78F2A6F3-76BD-4F4D-8517-5D5E654EA3C9}" type="datetime1">
              <a:rPr lang="en-US" altLang="en-US" sz="1200" smtClean="0"/>
              <a:pPr>
                <a:spcBef>
                  <a:spcPct val="0"/>
                </a:spcBef>
                <a:buClrTx/>
                <a:buSzTx/>
                <a:buFontTx/>
                <a:buNone/>
              </a:pPr>
              <a:t>10/5/2025</a:t>
            </a:fld>
            <a:endParaRPr lang="en-US" altLang="en-US" sz="1200"/>
          </a:p>
        </p:txBody>
      </p:sp>
      <p:sp>
        <p:nvSpPr>
          <p:cNvPr id="13315" name="Rectangle 2">
            <a:extLst>
              <a:ext uri="{FF2B5EF4-FFF2-40B4-BE49-F238E27FC236}">
                <a16:creationId xmlns:a16="http://schemas.microsoft.com/office/drawing/2014/main" id="{8ED19EC8-F453-BE27-3EA5-6363DA3D5390}"/>
              </a:ext>
            </a:extLst>
          </p:cNvPr>
          <p:cNvSpPr>
            <a:spLocks noGrp="1" noChangeArrowheads="1"/>
          </p:cNvSpPr>
          <p:nvPr>
            <p:ph type="title"/>
          </p:nvPr>
        </p:nvSpPr>
        <p:spPr>
          <a:xfrm>
            <a:off x="228600" y="481013"/>
            <a:ext cx="4335463" cy="488950"/>
          </a:xfrm>
          <a:solidFill>
            <a:srgbClr val="FFC000"/>
          </a:solidFill>
        </p:spPr>
        <p:txBody>
          <a:bodyPr/>
          <a:lstStyle/>
          <a:p>
            <a:pPr eaLnBrk="1" hangingPunct="1"/>
            <a:r>
              <a:rPr lang="en-US" altLang="en-US" sz="2400" b="1"/>
              <a:t>Restrictions on the problem</a:t>
            </a:r>
          </a:p>
        </p:txBody>
      </p:sp>
      <p:sp>
        <p:nvSpPr>
          <p:cNvPr id="13316" name="Rectangle 3">
            <a:extLst>
              <a:ext uri="{FF2B5EF4-FFF2-40B4-BE49-F238E27FC236}">
                <a16:creationId xmlns:a16="http://schemas.microsoft.com/office/drawing/2014/main" id="{077AE521-B066-B52B-177E-50660690EBC4}"/>
              </a:ext>
            </a:extLst>
          </p:cNvPr>
          <p:cNvSpPr>
            <a:spLocks noGrp="1" noChangeArrowheads="1"/>
          </p:cNvSpPr>
          <p:nvPr>
            <p:ph type="body" idx="1"/>
          </p:nvPr>
        </p:nvSpPr>
        <p:spPr>
          <a:xfrm>
            <a:off x="228600" y="1371600"/>
            <a:ext cx="8458200" cy="4760913"/>
          </a:xfrm>
        </p:spPr>
        <p:txBody>
          <a:bodyPr/>
          <a:lstStyle/>
          <a:p>
            <a:pPr algn="just" eaLnBrk="1" hangingPunct="1">
              <a:defRPr/>
            </a:pPr>
            <a:r>
              <a:rPr lang="en-US" altLang="en-US" sz="2400" dirty="0">
                <a:latin typeface="Arial" panose="020B0604020202020204" pitchFamily="34" charset="0"/>
                <a:cs typeface="Arial" panose="020B0604020202020204" pitchFamily="34" charset="0"/>
              </a:rPr>
              <a:t>Suppose the </a:t>
            </a:r>
            <a:r>
              <a:rPr lang="en-US" altLang="en-US" sz="2400" u="sng" dirty="0">
                <a:latin typeface="Arial" panose="020B0604020202020204" pitchFamily="34" charset="0"/>
                <a:cs typeface="Arial" panose="020B0604020202020204" pitchFamily="34" charset="0"/>
              </a:rPr>
              <a:t>values in the list to be sorted can repeat </a:t>
            </a:r>
            <a:r>
              <a:rPr lang="en-US" altLang="en-US" sz="2400" dirty="0">
                <a:latin typeface="Arial" panose="020B0604020202020204" pitchFamily="34" charset="0"/>
                <a:cs typeface="Arial" panose="020B0604020202020204" pitchFamily="34" charset="0"/>
              </a:rPr>
              <a:t>but the </a:t>
            </a:r>
            <a:r>
              <a:rPr lang="en-US" altLang="en-US" sz="2400" u="sng" dirty="0">
                <a:latin typeface="Arial" panose="020B0604020202020204" pitchFamily="34" charset="0"/>
                <a:cs typeface="Arial" panose="020B0604020202020204" pitchFamily="34" charset="0"/>
              </a:rPr>
              <a:t>values have a limit </a:t>
            </a:r>
            <a:r>
              <a:rPr lang="en-US" altLang="en-US" sz="2400" dirty="0">
                <a:latin typeface="Arial" panose="020B0604020202020204" pitchFamily="34" charset="0"/>
                <a:cs typeface="Arial" panose="020B0604020202020204" pitchFamily="34" charset="0"/>
              </a:rPr>
              <a:t>(e.g., values are digits from 0 to 9)</a:t>
            </a:r>
          </a:p>
          <a:p>
            <a:pPr algn="just" eaLnBrk="1" hangingPunct="1">
              <a:defRPr/>
            </a:pPr>
            <a:endParaRPr lang="en-US" altLang="en-US" sz="2400" dirty="0">
              <a:latin typeface="Arial" panose="020B0604020202020204" pitchFamily="34" charset="0"/>
              <a:cs typeface="Arial" panose="020B0604020202020204" pitchFamily="34" charset="0"/>
            </a:endParaRPr>
          </a:p>
          <a:p>
            <a:pPr marL="0" indent="0" algn="just" eaLnBrk="1" hangingPunct="1">
              <a:buFont typeface="Wingdings" panose="05000000000000000000" pitchFamily="2" charset="2"/>
              <a:buNone/>
              <a:defRPr/>
            </a:pPr>
            <a:r>
              <a:rPr lang="en-US" altLang="en-US" sz="2400" dirty="0">
                <a:latin typeface="Arial" panose="020B0604020202020204" pitchFamily="34" charset="0"/>
                <a:cs typeface="Arial" panose="020B0604020202020204" pitchFamily="34" charset="0"/>
              </a:rPr>
              <a:t>Sorting in such can be made more efficient</a:t>
            </a:r>
          </a:p>
          <a:p>
            <a:pPr algn="just" eaLnBrk="1" hangingPunct="1">
              <a:defRPr/>
            </a:pPr>
            <a:endParaRPr lang="en-US" altLang="en-US" sz="2400" dirty="0">
              <a:latin typeface="Arial" panose="020B0604020202020204" pitchFamily="34" charset="0"/>
              <a:cs typeface="Arial" panose="020B0604020202020204" pitchFamily="34" charset="0"/>
            </a:endParaRPr>
          </a:p>
          <a:p>
            <a:pPr algn="just" eaLnBrk="1" hangingPunct="1">
              <a:defRPr/>
            </a:pPr>
            <a:r>
              <a:rPr lang="en-US" altLang="en-US" sz="2400" b="1" dirty="0">
                <a:latin typeface="Arial" panose="020B0604020202020204" pitchFamily="34" charset="0"/>
                <a:cs typeface="Arial" panose="020B0604020202020204" pitchFamily="34" charset="0"/>
              </a:rPr>
              <a:t>Is it possible to come up with an algorithm better than      O( n log n )?</a:t>
            </a:r>
          </a:p>
          <a:p>
            <a:pPr lvl="1" eaLnBrk="1" hangingPunct="1">
              <a:defRPr/>
            </a:pPr>
            <a:endParaRPr lang="en-US" altLang="en-US" sz="2400" dirty="0">
              <a:latin typeface="Arial" panose="020B0604020202020204" pitchFamily="34" charset="0"/>
              <a:cs typeface="Arial" panose="020B0604020202020204" pitchFamily="34" charset="0"/>
            </a:endParaRPr>
          </a:p>
          <a:p>
            <a:pPr lvl="1" eaLnBrk="1" hangingPunct="1">
              <a:defRPr/>
            </a:pPr>
            <a:r>
              <a:rPr lang="en-US" altLang="en-US" sz="2400" dirty="0">
                <a:latin typeface="Arial" panose="020B0604020202020204" pitchFamily="34" charset="0"/>
                <a:cs typeface="Arial" panose="020B0604020202020204" pitchFamily="34" charset="0"/>
              </a:rPr>
              <a:t>Yes ,  Strategy will not involve comparisons</a:t>
            </a:r>
          </a:p>
          <a:p>
            <a:pPr eaLnBrk="1" hangingPunct="1">
              <a:defRPr/>
            </a:pPr>
            <a:endParaRPr lang="en-US" altLang="en-US" sz="24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Date Placeholder 3">
            <a:extLst>
              <a:ext uri="{FF2B5EF4-FFF2-40B4-BE49-F238E27FC236}">
                <a16:creationId xmlns:a16="http://schemas.microsoft.com/office/drawing/2014/main" id="{56AAD8CA-DFBF-2F94-A7CE-AB01A7420C5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E33DFF43-42E6-449C-820D-FAF20262E565}" type="datetime1">
              <a:rPr lang="en-US" altLang="en-US" sz="1200" smtClean="0"/>
              <a:pPr>
                <a:spcBef>
                  <a:spcPct val="0"/>
                </a:spcBef>
                <a:buClrTx/>
                <a:buSzTx/>
                <a:buFontTx/>
                <a:buNone/>
              </a:pPr>
              <a:t>10/5/2025</a:t>
            </a:fld>
            <a:endParaRPr lang="en-US" altLang="en-US" sz="1200"/>
          </a:p>
        </p:txBody>
      </p:sp>
      <p:sp>
        <p:nvSpPr>
          <p:cNvPr id="14339" name="Rectangle 2">
            <a:extLst>
              <a:ext uri="{FF2B5EF4-FFF2-40B4-BE49-F238E27FC236}">
                <a16:creationId xmlns:a16="http://schemas.microsoft.com/office/drawing/2014/main" id="{E7FED41F-5898-F743-B3DA-1959AA5B8851}"/>
              </a:ext>
            </a:extLst>
          </p:cNvPr>
          <p:cNvSpPr>
            <a:spLocks noGrp="1" noChangeArrowheads="1"/>
          </p:cNvSpPr>
          <p:nvPr>
            <p:ph type="title"/>
          </p:nvPr>
        </p:nvSpPr>
        <p:spPr>
          <a:xfrm>
            <a:off x="190500" y="304800"/>
            <a:ext cx="2506663" cy="601663"/>
          </a:xfrm>
          <a:solidFill>
            <a:srgbClr val="FFC000"/>
          </a:solidFill>
        </p:spPr>
        <p:txBody>
          <a:bodyPr/>
          <a:lstStyle/>
          <a:p>
            <a:pPr eaLnBrk="1" hangingPunct="1"/>
            <a:r>
              <a:rPr lang="en-US" altLang="en-US" sz="2800" b="1"/>
              <a:t>Bucket sort</a:t>
            </a:r>
          </a:p>
        </p:txBody>
      </p:sp>
      <p:sp>
        <p:nvSpPr>
          <p:cNvPr id="9221" name="Rectangle 3">
            <a:extLst>
              <a:ext uri="{FF2B5EF4-FFF2-40B4-BE49-F238E27FC236}">
                <a16:creationId xmlns:a16="http://schemas.microsoft.com/office/drawing/2014/main" id="{3D3CBCD1-92C1-CC43-5D4B-7562E3D3B5F7}"/>
              </a:ext>
            </a:extLst>
          </p:cNvPr>
          <p:cNvSpPr>
            <a:spLocks noGrp="1" noChangeArrowheads="1"/>
          </p:cNvSpPr>
          <p:nvPr>
            <p:ph type="body" idx="1"/>
          </p:nvPr>
        </p:nvSpPr>
        <p:spPr>
          <a:xfrm>
            <a:off x="228600" y="1143000"/>
            <a:ext cx="8763000" cy="5867400"/>
          </a:xfrm>
        </p:spPr>
        <p:txBody>
          <a:bodyPr/>
          <a:lstStyle/>
          <a:p>
            <a:pPr marL="0" indent="0" algn="just" eaLnBrk="1" hangingPunct="1">
              <a:buFont typeface="Wingdings" panose="05000000000000000000" pitchFamily="2" charset="2"/>
              <a:buNone/>
              <a:defRPr/>
            </a:pPr>
            <a:r>
              <a:rPr lang="en-US" sz="2400" b="1" dirty="0">
                <a:latin typeface="Arial" pitchFamily="34" charset="0"/>
                <a:cs typeface="Arial" pitchFamily="34" charset="0"/>
              </a:rPr>
              <a:t>Idea:  </a:t>
            </a:r>
          </a:p>
          <a:p>
            <a:pPr marL="0" indent="0" algn="just" eaLnBrk="1" hangingPunct="1">
              <a:buFont typeface="Wingdings" panose="05000000000000000000" pitchFamily="2" charset="2"/>
              <a:buNone/>
              <a:defRPr/>
            </a:pPr>
            <a:r>
              <a:rPr lang="en-US" sz="2400" dirty="0">
                <a:latin typeface="Arial" pitchFamily="34" charset="0"/>
                <a:cs typeface="Arial" pitchFamily="34" charset="0"/>
              </a:rPr>
              <a:t>suppose the values are in the range 0..m-1; </a:t>
            </a:r>
          </a:p>
          <a:p>
            <a:pPr algn="just" eaLnBrk="1" hangingPunct="1">
              <a:defRPr/>
            </a:pPr>
            <a:endParaRPr lang="en-US" sz="2400" dirty="0">
              <a:latin typeface="Arial" pitchFamily="34" charset="0"/>
              <a:cs typeface="Arial" pitchFamily="34" charset="0"/>
            </a:endParaRPr>
          </a:p>
          <a:p>
            <a:pPr algn="just" eaLnBrk="1" hangingPunct="1">
              <a:defRPr/>
            </a:pPr>
            <a:r>
              <a:rPr lang="en-US" sz="2400" dirty="0">
                <a:latin typeface="Arial" pitchFamily="34" charset="0"/>
                <a:cs typeface="Arial" pitchFamily="34" charset="0"/>
              </a:rPr>
              <a:t>start with m empty </a:t>
            </a:r>
            <a:r>
              <a:rPr lang="en-US" sz="2400" i="1" dirty="0">
                <a:latin typeface="Arial" pitchFamily="34" charset="0"/>
                <a:cs typeface="Arial" pitchFamily="34" charset="0"/>
              </a:rPr>
              <a:t>buckets</a:t>
            </a:r>
            <a:r>
              <a:rPr lang="en-US" sz="2400" dirty="0">
                <a:latin typeface="Arial" pitchFamily="34" charset="0"/>
                <a:cs typeface="Arial" pitchFamily="34" charset="0"/>
              </a:rPr>
              <a:t> numbered 0 to m-1, </a:t>
            </a:r>
          </a:p>
          <a:p>
            <a:pPr marL="0" indent="0" algn="just" eaLnBrk="1" hangingPunct="1">
              <a:buFont typeface="Wingdings" panose="05000000000000000000" pitchFamily="2" charset="2"/>
              <a:buNone/>
              <a:defRPr/>
            </a:pPr>
            <a:endParaRPr lang="en-US" sz="2400" dirty="0">
              <a:latin typeface="Arial" pitchFamily="34" charset="0"/>
              <a:cs typeface="Arial" pitchFamily="34" charset="0"/>
            </a:endParaRPr>
          </a:p>
          <a:p>
            <a:pPr algn="just" eaLnBrk="1" hangingPunct="1">
              <a:defRPr/>
            </a:pPr>
            <a:r>
              <a:rPr lang="en-US" sz="2400" dirty="0">
                <a:latin typeface="Arial" pitchFamily="34" charset="0"/>
                <a:cs typeface="Arial" pitchFamily="34" charset="0"/>
              </a:rPr>
              <a:t>scan the list and place element s[</a:t>
            </a:r>
            <a:r>
              <a:rPr lang="en-US" sz="2400" dirty="0" err="1">
                <a:latin typeface="Arial" pitchFamily="34" charset="0"/>
                <a:cs typeface="Arial" pitchFamily="34" charset="0"/>
              </a:rPr>
              <a:t>i</a:t>
            </a:r>
            <a:r>
              <a:rPr lang="en-US" sz="2400" dirty="0">
                <a:latin typeface="Arial" pitchFamily="34" charset="0"/>
                <a:cs typeface="Arial" pitchFamily="34" charset="0"/>
              </a:rPr>
              <a:t>] in bucket s[</a:t>
            </a:r>
            <a:r>
              <a:rPr lang="en-US" sz="2400" dirty="0" err="1">
                <a:latin typeface="Arial" pitchFamily="34" charset="0"/>
                <a:cs typeface="Arial" pitchFamily="34" charset="0"/>
              </a:rPr>
              <a:t>i</a:t>
            </a:r>
            <a:r>
              <a:rPr lang="en-US" sz="2400" dirty="0">
                <a:latin typeface="Arial" pitchFamily="34" charset="0"/>
                <a:cs typeface="Arial" pitchFamily="34" charset="0"/>
              </a:rPr>
              <a:t>], and</a:t>
            </a:r>
          </a:p>
          <a:p>
            <a:pPr marL="0" indent="0" algn="just" eaLnBrk="1" hangingPunct="1">
              <a:buFont typeface="Wingdings" panose="05000000000000000000" pitchFamily="2" charset="2"/>
              <a:buNone/>
              <a:defRPr/>
            </a:pPr>
            <a:r>
              <a:rPr lang="en-US" sz="2400" dirty="0">
                <a:latin typeface="Arial" pitchFamily="34" charset="0"/>
                <a:cs typeface="Arial" pitchFamily="34" charset="0"/>
              </a:rPr>
              <a:t> </a:t>
            </a:r>
          </a:p>
          <a:p>
            <a:pPr algn="just" eaLnBrk="1" hangingPunct="1">
              <a:defRPr/>
            </a:pPr>
            <a:r>
              <a:rPr lang="en-US" sz="2400" dirty="0">
                <a:latin typeface="Arial" pitchFamily="34" charset="0"/>
                <a:cs typeface="Arial" pitchFamily="34" charset="0"/>
              </a:rPr>
              <a:t>then output the buckets in order</a:t>
            </a:r>
          </a:p>
          <a:p>
            <a:pPr marL="0" indent="0" algn="just" eaLnBrk="1" hangingPunct="1">
              <a:buFont typeface="Wingdings" panose="05000000000000000000" pitchFamily="2" charset="2"/>
              <a:buNone/>
              <a:defRPr/>
            </a:pPr>
            <a:endParaRPr lang="en-US" sz="2400" dirty="0">
              <a:latin typeface="Arial" pitchFamily="34" charset="0"/>
              <a:cs typeface="Arial" pitchFamily="34" charset="0"/>
            </a:endParaRPr>
          </a:p>
          <a:p>
            <a:pPr marL="0" indent="0" algn="just" eaLnBrk="1" hangingPunct="1">
              <a:buFont typeface="Wingdings" panose="05000000000000000000" pitchFamily="2" charset="2"/>
              <a:buNone/>
              <a:defRPr/>
            </a:pPr>
            <a:r>
              <a:rPr lang="en-US" sz="2400" dirty="0">
                <a:latin typeface="Arial" pitchFamily="34" charset="0"/>
                <a:cs typeface="Arial" pitchFamily="34" charset="0"/>
              </a:rPr>
              <a:t>Will need an array of buckets, and the </a:t>
            </a:r>
            <a:r>
              <a:rPr lang="en-US" sz="2400" i="1" u="sng" dirty="0">
                <a:latin typeface="Arial" pitchFamily="34" charset="0"/>
                <a:cs typeface="Arial" pitchFamily="34" charset="0"/>
              </a:rPr>
              <a:t>values in the list </a:t>
            </a:r>
            <a:r>
              <a:rPr lang="en-US" sz="2400" dirty="0">
                <a:latin typeface="Arial" pitchFamily="34" charset="0"/>
                <a:cs typeface="Arial" pitchFamily="34" charset="0"/>
              </a:rPr>
              <a:t>to be sorted </a:t>
            </a:r>
            <a:r>
              <a:rPr lang="en-US" sz="2400" i="1" u="sng" dirty="0">
                <a:latin typeface="Arial" pitchFamily="34" charset="0"/>
                <a:cs typeface="Arial" pitchFamily="34" charset="0"/>
              </a:rPr>
              <a:t>will be the indexes to the buckets</a:t>
            </a:r>
          </a:p>
          <a:p>
            <a:pPr lvl="1" eaLnBrk="1" hangingPunct="1">
              <a:defRPr/>
            </a:pPr>
            <a:r>
              <a:rPr lang="en-US" sz="2400" dirty="0">
                <a:latin typeface="Arial" pitchFamily="34" charset="0"/>
                <a:cs typeface="Arial" pitchFamily="34" charset="0"/>
              </a:rPr>
              <a:t>No comparisons will be necessary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3">
            <a:extLst>
              <a:ext uri="{FF2B5EF4-FFF2-40B4-BE49-F238E27FC236}">
                <a16:creationId xmlns:a16="http://schemas.microsoft.com/office/drawing/2014/main" id="{63C0683C-4B77-C1DD-69D4-25233B937EB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448A7AD0-D686-45C8-BC0F-AFA205C48FEC}" type="datetime1">
              <a:rPr lang="en-US" altLang="en-US" sz="1200" smtClean="0"/>
              <a:pPr>
                <a:spcBef>
                  <a:spcPct val="0"/>
                </a:spcBef>
                <a:buClrTx/>
                <a:buSzTx/>
                <a:buFontTx/>
                <a:buNone/>
              </a:pPr>
              <a:t>10/5/2025</a:t>
            </a:fld>
            <a:endParaRPr lang="en-US" altLang="en-US" sz="1200"/>
          </a:p>
        </p:txBody>
      </p:sp>
      <p:sp>
        <p:nvSpPr>
          <p:cNvPr id="16387" name="Rectangle 2">
            <a:extLst>
              <a:ext uri="{FF2B5EF4-FFF2-40B4-BE49-F238E27FC236}">
                <a16:creationId xmlns:a16="http://schemas.microsoft.com/office/drawing/2014/main" id="{5D9AF960-A2CE-EC14-CD18-3C19B827B864}"/>
              </a:ext>
            </a:extLst>
          </p:cNvPr>
          <p:cNvSpPr>
            <a:spLocks noGrp="1" noChangeArrowheads="1"/>
          </p:cNvSpPr>
          <p:nvPr>
            <p:ph type="title"/>
          </p:nvPr>
        </p:nvSpPr>
        <p:spPr>
          <a:xfrm>
            <a:off x="1150938" y="152400"/>
            <a:ext cx="7793037" cy="762000"/>
          </a:xfrm>
        </p:spPr>
        <p:txBody>
          <a:bodyPr/>
          <a:lstStyle/>
          <a:p>
            <a:pPr eaLnBrk="1" hangingPunct="1"/>
            <a:r>
              <a:rPr lang="en-US" altLang="en-US"/>
              <a:t>Example</a:t>
            </a:r>
          </a:p>
        </p:txBody>
      </p:sp>
      <p:graphicFrame>
        <p:nvGraphicFramePr>
          <p:cNvPr id="1282113" name="Group 65">
            <a:extLst>
              <a:ext uri="{FF2B5EF4-FFF2-40B4-BE49-F238E27FC236}">
                <a16:creationId xmlns:a16="http://schemas.microsoft.com/office/drawing/2014/main" id="{F988D50F-FB73-A63D-E05E-13577BE430B4}"/>
              </a:ext>
            </a:extLst>
          </p:cNvPr>
          <p:cNvGraphicFramePr>
            <a:graphicFrameLocks noGrp="1"/>
          </p:cNvGraphicFramePr>
          <p:nvPr>
            <p:ph idx="1"/>
          </p:nvPr>
        </p:nvGraphicFramePr>
        <p:xfrm>
          <a:off x="1066800" y="1295400"/>
          <a:ext cx="7162800" cy="517548"/>
        </p:xfrm>
        <a:graphic>
          <a:graphicData uri="http://schemas.openxmlformats.org/drawingml/2006/table">
            <a:tbl>
              <a:tblPr/>
              <a:tblGrid>
                <a:gridCol w="550863">
                  <a:extLst>
                    <a:ext uri="{9D8B030D-6E8A-4147-A177-3AD203B41FA5}">
                      <a16:colId xmlns:a16="http://schemas.microsoft.com/office/drawing/2014/main" val="20000"/>
                    </a:ext>
                  </a:extLst>
                </a:gridCol>
                <a:gridCol w="550862">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0862">
                  <a:extLst>
                    <a:ext uri="{9D8B030D-6E8A-4147-A177-3AD203B41FA5}">
                      <a16:colId xmlns:a16="http://schemas.microsoft.com/office/drawing/2014/main" val="20003"/>
                    </a:ext>
                  </a:extLst>
                </a:gridCol>
                <a:gridCol w="55086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52450">
                  <a:extLst>
                    <a:ext uri="{9D8B030D-6E8A-4147-A177-3AD203B41FA5}">
                      <a16:colId xmlns:a16="http://schemas.microsoft.com/office/drawing/2014/main" val="20006"/>
                    </a:ext>
                  </a:extLst>
                </a:gridCol>
                <a:gridCol w="550863">
                  <a:extLst>
                    <a:ext uri="{9D8B030D-6E8A-4147-A177-3AD203B41FA5}">
                      <a16:colId xmlns:a16="http://schemas.microsoft.com/office/drawing/2014/main" val="20007"/>
                    </a:ext>
                  </a:extLst>
                </a:gridCol>
                <a:gridCol w="550862">
                  <a:extLst>
                    <a:ext uri="{9D8B030D-6E8A-4147-A177-3AD203B41FA5}">
                      <a16:colId xmlns:a16="http://schemas.microsoft.com/office/drawing/2014/main" val="20008"/>
                    </a:ext>
                  </a:extLst>
                </a:gridCol>
                <a:gridCol w="550863">
                  <a:extLst>
                    <a:ext uri="{9D8B030D-6E8A-4147-A177-3AD203B41FA5}">
                      <a16:colId xmlns:a16="http://schemas.microsoft.com/office/drawing/2014/main" val="20009"/>
                    </a:ext>
                  </a:extLst>
                </a:gridCol>
                <a:gridCol w="550862">
                  <a:extLst>
                    <a:ext uri="{9D8B030D-6E8A-4147-A177-3AD203B41FA5}">
                      <a16:colId xmlns:a16="http://schemas.microsoft.com/office/drawing/2014/main" val="20010"/>
                    </a:ext>
                  </a:extLst>
                </a:gridCol>
                <a:gridCol w="550863">
                  <a:extLst>
                    <a:ext uri="{9D8B030D-6E8A-4147-A177-3AD203B41FA5}">
                      <a16:colId xmlns:a16="http://schemas.microsoft.com/office/drawing/2014/main" val="20011"/>
                    </a:ext>
                  </a:extLst>
                </a:gridCol>
                <a:gridCol w="550862">
                  <a:extLst>
                    <a:ext uri="{9D8B030D-6E8A-4147-A177-3AD203B41FA5}">
                      <a16:colId xmlns:a16="http://schemas.microsoft.com/office/drawing/2014/main" val="20012"/>
                    </a:ext>
                  </a:extLst>
                </a:gridCol>
              </a:tblGrid>
              <a:tr h="5175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6418" name="Text Box 66">
            <a:extLst>
              <a:ext uri="{FF2B5EF4-FFF2-40B4-BE49-F238E27FC236}">
                <a16:creationId xmlns:a16="http://schemas.microsoft.com/office/drawing/2014/main" id="{42877E79-6922-4F77-551F-EB9EF6F3B092}"/>
              </a:ext>
            </a:extLst>
          </p:cNvPr>
          <p:cNvSpPr txBox="1">
            <a:spLocks noChangeArrowheads="1"/>
          </p:cNvSpPr>
          <p:nvPr/>
        </p:nvSpPr>
        <p:spPr bwMode="auto">
          <a:xfrm>
            <a:off x="18891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6419" name="Text Box 67">
            <a:extLst>
              <a:ext uri="{FF2B5EF4-FFF2-40B4-BE49-F238E27FC236}">
                <a16:creationId xmlns:a16="http://schemas.microsoft.com/office/drawing/2014/main" id="{C1D4CEB2-7D96-4FBC-6D07-67FB5A092363}"/>
              </a:ext>
            </a:extLst>
          </p:cNvPr>
          <p:cNvSpPr txBox="1">
            <a:spLocks noChangeArrowheads="1"/>
          </p:cNvSpPr>
          <p:nvPr/>
        </p:nvSpPr>
        <p:spPr bwMode="auto">
          <a:xfrm>
            <a:off x="19050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800" b="0"/>
              <a:t>0 00</a:t>
            </a:r>
          </a:p>
        </p:txBody>
      </p:sp>
      <p:sp>
        <p:nvSpPr>
          <p:cNvPr id="16420" name="Rectangle 68">
            <a:extLst>
              <a:ext uri="{FF2B5EF4-FFF2-40B4-BE49-F238E27FC236}">
                <a16:creationId xmlns:a16="http://schemas.microsoft.com/office/drawing/2014/main" id="{C4E7B9C4-EA8B-DA9A-190D-F5CF4D996220}"/>
              </a:ext>
            </a:extLst>
          </p:cNvPr>
          <p:cNvSpPr>
            <a:spLocks noChangeArrowheads="1"/>
          </p:cNvSpPr>
          <p:nvPr/>
        </p:nvSpPr>
        <p:spPr bwMode="auto">
          <a:xfrm>
            <a:off x="19050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6421" name="Text Box 69">
            <a:extLst>
              <a:ext uri="{FF2B5EF4-FFF2-40B4-BE49-F238E27FC236}">
                <a16:creationId xmlns:a16="http://schemas.microsoft.com/office/drawing/2014/main" id="{E7778FE2-FCE0-4DEB-FE0F-0A7106F6DCB8}"/>
              </a:ext>
            </a:extLst>
          </p:cNvPr>
          <p:cNvSpPr txBox="1">
            <a:spLocks noChangeArrowheads="1"/>
          </p:cNvSpPr>
          <p:nvPr/>
        </p:nvSpPr>
        <p:spPr bwMode="auto">
          <a:xfrm>
            <a:off x="3108325" y="26082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6422" name="Text Box 70">
            <a:extLst>
              <a:ext uri="{FF2B5EF4-FFF2-40B4-BE49-F238E27FC236}">
                <a16:creationId xmlns:a16="http://schemas.microsoft.com/office/drawing/2014/main" id="{7210901F-0833-D64B-FD9A-4FC0B70CEEE9}"/>
              </a:ext>
            </a:extLst>
          </p:cNvPr>
          <p:cNvSpPr txBox="1">
            <a:spLocks noChangeArrowheads="1"/>
          </p:cNvSpPr>
          <p:nvPr/>
        </p:nvSpPr>
        <p:spPr bwMode="auto">
          <a:xfrm>
            <a:off x="31242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800" b="0"/>
              <a:t>  1 1</a:t>
            </a:r>
          </a:p>
        </p:txBody>
      </p:sp>
      <p:sp>
        <p:nvSpPr>
          <p:cNvPr id="16423" name="Rectangle 71">
            <a:extLst>
              <a:ext uri="{FF2B5EF4-FFF2-40B4-BE49-F238E27FC236}">
                <a16:creationId xmlns:a16="http://schemas.microsoft.com/office/drawing/2014/main" id="{FCBB87A7-4C03-1540-C3D8-B270D9C8BC9B}"/>
              </a:ext>
            </a:extLst>
          </p:cNvPr>
          <p:cNvSpPr>
            <a:spLocks noChangeArrowheads="1"/>
          </p:cNvSpPr>
          <p:nvPr/>
        </p:nvSpPr>
        <p:spPr bwMode="auto">
          <a:xfrm>
            <a:off x="3124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6424" name="Text Box 72">
            <a:extLst>
              <a:ext uri="{FF2B5EF4-FFF2-40B4-BE49-F238E27FC236}">
                <a16:creationId xmlns:a16="http://schemas.microsoft.com/office/drawing/2014/main" id="{460AB3C8-91F1-35A9-8B27-F70EB2437554}"/>
              </a:ext>
            </a:extLst>
          </p:cNvPr>
          <p:cNvSpPr txBox="1">
            <a:spLocks noChangeArrowheads="1"/>
          </p:cNvSpPr>
          <p:nvPr/>
        </p:nvSpPr>
        <p:spPr bwMode="auto">
          <a:xfrm>
            <a:off x="4251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6425" name="Text Box 73">
            <a:extLst>
              <a:ext uri="{FF2B5EF4-FFF2-40B4-BE49-F238E27FC236}">
                <a16:creationId xmlns:a16="http://schemas.microsoft.com/office/drawing/2014/main" id="{13ED4FE9-302E-62C3-7772-61C4DC23D38C}"/>
              </a:ext>
            </a:extLst>
          </p:cNvPr>
          <p:cNvSpPr txBox="1">
            <a:spLocks noChangeArrowheads="1"/>
          </p:cNvSpPr>
          <p:nvPr/>
        </p:nvSpPr>
        <p:spPr bwMode="auto">
          <a:xfrm>
            <a:off x="42672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r>
              <a:rPr lang="en-US" altLang="en-US" sz="2800" b="0"/>
              <a:t>2</a:t>
            </a:r>
            <a:br>
              <a:rPr lang="en-US" altLang="en-US" sz="2800" b="0"/>
            </a:br>
            <a:r>
              <a:rPr lang="en-US" altLang="en-US" sz="2800" b="0"/>
              <a:t>2 22</a:t>
            </a:r>
          </a:p>
        </p:txBody>
      </p:sp>
      <p:sp>
        <p:nvSpPr>
          <p:cNvPr id="16426" name="Rectangle 74">
            <a:extLst>
              <a:ext uri="{FF2B5EF4-FFF2-40B4-BE49-F238E27FC236}">
                <a16:creationId xmlns:a16="http://schemas.microsoft.com/office/drawing/2014/main" id="{51928FFA-4C1B-A181-4982-5EFAD88F8C47}"/>
              </a:ext>
            </a:extLst>
          </p:cNvPr>
          <p:cNvSpPr>
            <a:spLocks noChangeArrowheads="1"/>
          </p:cNvSpPr>
          <p:nvPr/>
        </p:nvSpPr>
        <p:spPr bwMode="auto">
          <a:xfrm>
            <a:off x="4267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6427" name="Text Box 75">
            <a:extLst>
              <a:ext uri="{FF2B5EF4-FFF2-40B4-BE49-F238E27FC236}">
                <a16:creationId xmlns:a16="http://schemas.microsoft.com/office/drawing/2014/main" id="{F485BA23-37A6-3553-79F0-A5BE10339D97}"/>
              </a:ext>
            </a:extLst>
          </p:cNvPr>
          <p:cNvSpPr txBox="1">
            <a:spLocks noChangeArrowheads="1"/>
          </p:cNvSpPr>
          <p:nvPr/>
        </p:nvSpPr>
        <p:spPr bwMode="auto">
          <a:xfrm>
            <a:off x="5394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6428" name="Text Box 76">
            <a:extLst>
              <a:ext uri="{FF2B5EF4-FFF2-40B4-BE49-F238E27FC236}">
                <a16:creationId xmlns:a16="http://schemas.microsoft.com/office/drawing/2014/main" id="{1A74E9A6-7624-0778-596C-6EAF11B855A4}"/>
              </a:ext>
            </a:extLst>
          </p:cNvPr>
          <p:cNvSpPr txBox="1">
            <a:spLocks noChangeArrowheads="1"/>
          </p:cNvSpPr>
          <p:nvPr/>
        </p:nvSpPr>
        <p:spPr bwMode="auto">
          <a:xfrm>
            <a:off x="54102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800" b="0"/>
              <a:t>  3 3</a:t>
            </a:r>
          </a:p>
        </p:txBody>
      </p:sp>
      <p:sp>
        <p:nvSpPr>
          <p:cNvPr id="16429" name="Rectangle 77">
            <a:extLst>
              <a:ext uri="{FF2B5EF4-FFF2-40B4-BE49-F238E27FC236}">
                <a16:creationId xmlns:a16="http://schemas.microsoft.com/office/drawing/2014/main" id="{8A68CEB8-D7FD-AF2E-014A-9616E418D83E}"/>
              </a:ext>
            </a:extLst>
          </p:cNvPr>
          <p:cNvSpPr>
            <a:spLocks noChangeArrowheads="1"/>
          </p:cNvSpPr>
          <p:nvPr/>
        </p:nvSpPr>
        <p:spPr bwMode="auto">
          <a:xfrm>
            <a:off x="5410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6430" name="Text Box 78">
            <a:extLst>
              <a:ext uri="{FF2B5EF4-FFF2-40B4-BE49-F238E27FC236}">
                <a16:creationId xmlns:a16="http://schemas.microsoft.com/office/drawing/2014/main" id="{83AD6141-B8B2-1756-D8B0-6444BFE07181}"/>
              </a:ext>
            </a:extLst>
          </p:cNvPr>
          <p:cNvSpPr txBox="1">
            <a:spLocks noChangeArrowheads="1"/>
          </p:cNvSpPr>
          <p:nvPr/>
        </p:nvSpPr>
        <p:spPr bwMode="auto">
          <a:xfrm>
            <a:off x="6537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6431" name="Text Box 79">
            <a:extLst>
              <a:ext uri="{FF2B5EF4-FFF2-40B4-BE49-F238E27FC236}">
                <a16:creationId xmlns:a16="http://schemas.microsoft.com/office/drawing/2014/main" id="{CB065FAC-F1F3-455C-6B1F-BF05B2180FB4}"/>
              </a:ext>
            </a:extLst>
          </p:cNvPr>
          <p:cNvSpPr txBox="1">
            <a:spLocks noChangeArrowheads="1"/>
          </p:cNvSpPr>
          <p:nvPr/>
        </p:nvSpPr>
        <p:spPr bwMode="auto">
          <a:xfrm>
            <a:off x="65532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br>
              <a:rPr lang="en-US" altLang="en-US" sz="2800" b="0"/>
            </a:br>
            <a:r>
              <a:rPr lang="en-US" altLang="en-US" sz="2800" b="0"/>
              <a:t>4 4</a:t>
            </a:r>
          </a:p>
        </p:txBody>
      </p:sp>
      <p:sp>
        <p:nvSpPr>
          <p:cNvPr id="16432" name="Rectangle 80">
            <a:extLst>
              <a:ext uri="{FF2B5EF4-FFF2-40B4-BE49-F238E27FC236}">
                <a16:creationId xmlns:a16="http://schemas.microsoft.com/office/drawing/2014/main" id="{1AD4D8A6-7981-9E91-939C-EB47CEE09A23}"/>
              </a:ext>
            </a:extLst>
          </p:cNvPr>
          <p:cNvSpPr>
            <a:spLocks noChangeArrowheads="1"/>
          </p:cNvSpPr>
          <p:nvPr/>
        </p:nvSpPr>
        <p:spPr bwMode="auto">
          <a:xfrm>
            <a:off x="6553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graphicFrame>
        <p:nvGraphicFramePr>
          <p:cNvPr id="1282267" name="Group 219">
            <a:extLst>
              <a:ext uri="{FF2B5EF4-FFF2-40B4-BE49-F238E27FC236}">
                <a16:creationId xmlns:a16="http://schemas.microsoft.com/office/drawing/2014/main" id="{64261D7B-0193-921A-C43E-E253E096BF10}"/>
              </a:ext>
            </a:extLst>
          </p:cNvPr>
          <p:cNvGraphicFramePr>
            <a:graphicFrameLocks noGrp="1"/>
          </p:cNvGraphicFramePr>
          <p:nvPr/>
        </p:nvGraphicFramePr>
        <p:xfrm>
          <a:off x="1143000" y="5562600"/>
          <a:ext cx="7162800" cy="517548"/>
        </p:xfrm>
        <a:graphic>
          <a:graphicData uri="http://schemas.openxmlformats.org/drawingml/2006/table">
            <a:tbl>
              <a:tblPr/>
              <a:tblGrid>
                <a:gridCol w="550863">
                  <a:extLst>
                    <a:ext uri="{9D8B030D-6E8A-4147-A177-3AD203B41FA5}">
                      <a16:colId xmlns:a16="http://schemas.microsoft.com/office/drawing/2014/main" val="20000"/>
                    </a:ext>
                  </a:extLst>
                </a:gridCol>
                <a:gridCol w="550862">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0862">
                  <a:extLst>
                    <a:ext uri="{9D8B030D-6E8A-4147-A177-3AD203B41FA5}">
                      <a16:colId xmlns:a16="http://schemas.microsoft.com/office/drawing/2014/main" val="20003"/>
                    </a:ext>
                  </a:extLst>
                </a:gridCol>
                <a:gridCol w="55086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52450">
                  <a:extLst>
                    <a:ext uri="{9D8B030D-6E8A-4147-A177-3AD203B41FA5}">
                      <a16:colId xmlns:a16="http://schemas.microsoft.com/office/drawing/2014/main" val="20006"/>
                    </a:ext>
                  </a:extLst>
                </a:gridCol>
                <a:gridCol w="550863">
                  <a:extLst>
                    <a:ext uri="{9D8B030D-6E8A-4147-A177-3AD203B41FA5}">
                      <a16:colId xmlns:a16="http://schemas.microsoft.com/office/drawing/2014/main" val="20007"/>
                    </a:ext>
                  </a:extLst>
                </a:gridCol>
                <a:gridCol w="550862">
                  <a:extLst>
                    <a:ext uri="{9D8B030D-6E8A-4147-A177-3AD203B41FA5}">
                      <a16:colId xmlns:a16="http://schemas.microsoft.com/office/drawing/2014/main" val="20008"/>
                    </a:ext>
                  </a:extLst>
                </a:gridCol>
                <a:gridCol w="550863">
                  <a:extLst>
                    <a:ext uri="{9D8B030D-6E8A-4147-A177-3AD203B41FA5}">
                      <a16:colId xmlns:a16="http://schemas.microsoft.com/office/drawing/2014/main" val="20009"/>
                    </a:ext>
                  </a:extLst>
                </a:gridCol>
                <a:gridCol w="550862">
                  <a:extLst>
                    <a:ext uri="{9D8B030D-6E8A-4147-A177-3AD203B41FA5}">
                      <a16:colId xmlns:a16="http://schemas.microsoft.com/office/drawing/2014/main" val="20010"/>
                    </a:ext>
                  </a:extLst>
                </a:gridCol>
                <a:gridCol w="550863">
                  <a:extLst>
                    <a:ext uri="{9D8B030D-6E8A-4147-A177-3AD203B41FA5}">
                      <a16:colId xmlns:a16="http://schemas.microsoft.com/office/drawing/2014/main" val="20011"/>
                    </a:ext>
                  </a:extLst>
                </a:gridCol>
                <a:gridCol w="550862">
                  <a:extLst>
                    <a:ext uri="{9D8B030D-6E8A-4147-A177-3AD203B41FA5}">
                      <a16:colId xmlns:a16="http://schemas.microsoft.com/office/drawing/2014/main" val="20012"/>
                    </a:ext>
                  </a:extLst>
                </a:gridCol>
              </a:tblGrid>
              <a:tr h="5175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6463" name="AutoShape 220">
            <a:extLst>
              <a:ext uri="{FF2B5EF4-FFF2-40B4-BE49-F238E27FC236}">
                <a16:creationId xmlns:a16="http://schemas.microsoft.com/office/drawing/2014/main" id="{CEC50E4C-420A-42E6-E405-9430FF90E25D}"/>
              </a:ext>
            </a:extLst>
          </p:cNvPr>
          <p:cNvSpPr>
            <a:spLocks noChangeArrowheads="1"/>
          </p:cNvSpPr>
          <p:nvPr/>
        </p:nvSpPr>
        <p:spPr bwMode="auto">
          <a:xfrm>
            <a:off x="4114800" y="19812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6464" name="AutoShape 221">
            <a:extLst>
              <a:ext uri="{FF2B5EF4-FFF2-40B4-BE49-F238E27FC236}">
                <a16:creationId xmlns:a16="http://schemas.microsoft.com/office/drawing/2014/main" id="{7CAB82C9-75F6-9918-30F6-95886CB4BEC0}"/>
              </a:ext>
            </a:extLst>
          </p:cNvPr>
          <p:cNvSpPr>
            <a:spLocks noChangeArrowheads="1"/>
          </p:cNvSpPr>
          <p:nvPr/>
        </p:nvSpPr>
        <p:spPr bwMode="auto">
          <a:xfrm>
            <a:off x="4191000" y="48006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6465" name="Rectangle 2">
            <a:extLst>
              <a:ext uri="{FF2B5EF4-FFF2-40B4-BE49-F238E27FC236}">
                <a16:creationId xmlns:a16="http://schemas.microsoft.com/office/drawing/2014/main" id="{3C999CE9-1A55-A3EE-E356-810979E8E900}"/>
              </a:ext>
            </a:extLst>
          </p:cNvPr>
          <p:cNvSpPr>
            <a:spLocks noChangeArrowheads="1"/>
          </p:cNvSpPr>
          <p:nvPr/>
        </p:nvSpPr>
        <p:spPr bwMode="auto">
          <a:xfrm>
            <a:off x="1600200" y="2667000"/>
            <a:ext cx="5791200" cy="2133600"/>
          </a:xfrm>
          <a:prstGeom prst="rect">
            <a:avLst/>
          </a:prstGeom>
          <a:solidFill>
            <a:schemeClr val="bg1"/>
          </a:solidFill>
          <a:ln w="12700" algn="ctr">
            <a:solidFill>
              <a:schemeClr val="tx1"/>
            </a:solidFill>
            <a:round/>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IN" altLang="en-US" sz="2000">
              <a:solidFill>
                <a:schemeClr val="tx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Date Placeholder 3">
            <a:extLst>
              <a:ext uri="{FF2B5EF4-FFF2-40B4-BE49-F238E27FC236}">
                <a16:creationId xmlns:a16="http://schemas.microsoft.com/office/drawing/2014/main" id="{DA3876EC-0743-DDCB-6C19-77212B762A1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CEF5B92A-F633-4FC8-BE7E-EB0F4C81B851}" type="datetime1">
              <a:rPr lang="en-US" altLang="en-US" sz="1200" smtClean="0"/>
              <a:pPr>
                <a:spcBef>
                  <a:spcPct val="0"/>
                </a:spcBef>
                <a:buClrTx/>
                <a:buSzTx/>
                <a:buFontTx/>
                <a:buNone/>
              </a:pPr>
              <a:t>10/5/2025</a:t>
            </a:fld>
            <a:endParaRPr lang="en-US" altLang="en-US" sz="1200"/>
          </a:p>
        </p:txBody>
      </p:sp>
      <p:sp>
        <p:nvSpPr>
          <p:cNvPr id="17411" name="Rectangle 2">
            <a:extLst>
              <a:ext uri="{FF2B5EF4-FFF2-40B4-BE49-F238E27FC236}">
                <a16:creationId xmlns:a16="http://schemas.microsoft.com/office/drawing/2014/main" id="{965819F5-BC82-9968-548A-7703FF9793BF}"/>
              </a:ext>
            </a:extLst>
          </p:cNvPr>
          <p:cNvSpPr>
            <a:spLocks noGrp="1" noChangeArrowheads="1"/>
          </p:cNvSpPr>
          <p:nvPr>
            <p:ph type="title"/>
          </p:nvPr>
        </p:nvSpPr>
        <p:spPr>
          <a:xfrm>
            <a:off x="157163" y="500063"/>
            <a:ext cx="1819275" cy="517525"/>
          </a:xfrm>
          <a:solidFill>
            <a:schemeClr val="accent2"/>
          </a:solidFill>
        </p:spPr>
        <p:txBody>
          <a:bodyPr/>
          <a:lstStyle/>
          <a:p>
            <a:pPr eaLnBrk="1" hangingPunct="1"/>
            <a:r>
              <a:rPr lang="en-US" altLang="en-US" sz="2400"/>
              <a:t>Example</a:t>
            </a:r>
          </a:p>
        </p:txBody>
      </p:sp>
      <p:graphicFrame>
        <p:nvGraphicFramePr>
          <p:cNvPr id="1282113" name="Group 65">
            <a:extLst>
              <a:ext uri="{FF2B5EF4-FFF2-40B4-BE49-F238E27FC236}">
                <a16:creationId xmlns:a16="http://schemas.microsoft.com/office/drawing/2014/main" id="{7C6682E3-1F9C-DA2B-084C-9590565C3A80}"/>
              </a:ext>
            </a:extLst>
          </p:cNvPr>
          <p:cNvGraphicFramePr>
            <a:graphicFrameLocks noGrp="1"/>
          </p:cNvGraphicFramePr>
          <p:nvPr>
            <p:ph idx="1"/>
          </p:nvPr>
        </p:nvGraphicFramePr>
        <p:xfrm>
          <a:off x="1066800" y="1295400"/>
          <a:ext cx="7162800" cy="517548"/>
        </p:xfrm>
        <a:graphic>
          <a:graphicData uri="http://schemas.openxmlformats.org/drawingml/2006/table">
            <a:tbl>
              <a:tblPr/>
              <a:tblGrid>
                <a:gridCol w="550863">
                  <a:extLst>
                    <a:ext uri="{9D8B030D-6E8A-4147-A177-3AD203B41FA5}">
                      <a16:colId xmlns:a16="http://schemas.microsoft.com/office/drawing/2014/main" val="20000"/>
                    </a:ext>
                  </a:extLst>
                </a:gridCol>
                <a:gridCol w="550862">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0862">
                  <a:extLst>
                    <a:ext uri="{9D8B030D-6E8A-4147-A177-3AD203B41FA5}">
                      <a16:colId xmlns:a16="http://schemas.microsoft.com/office/drawing/2014/main" val="20003"/>
                    </a:ext>
                  </a:extLst>
                </a:gridCol>
                <a:gridCol w="55086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52450">
                  <a:extLst>
                    <a:ext uri="{9D8B030D-6E8A-4147-A177-3AD203B41FA5}">
                      <a16:colId xmlns:a16="http://schemas.microsoft.com/office/drawing/2014/main" val="20006"/>
                    </a:ext>
                  </a:extLst>
                </a:gridCol>
                <a:gridCol w="550863">
                  <a:extLst>
                    <a:ext uri="{9D8B030D-6E8A-4147-A177-3AD203B41FA5}">
                      <a16:colId xmlns:a16="http://schemas.microsoft.com/office/drawing/2014/main" val="20007"/>
                    </a:ext>
                  </a:extLst>
                </a:gridCol>
                <a:gridCol w="550862">
                  <a:extLst>
                    <a:ext uri="{9D8B030D-6E8A-4147-A177-3AD203B41FA5}">
                      <a16:colId xmlns:a16="http://schemas.microsoft.com/office/drawing/2014/main" val="20008"/>
                    </a:ext>
                  </a:extLst>
                </a:gridCol>
                <a:gridCol w="550863">
                  <a:extLst>
                    <a:ext uri="{9D8B030D-6E8A-4147-A177-3AD203B41FA5}">
                      <a16:colId xmlns:a16="http://schemas.microsoft.com/office/drawing/2014/main" val="20009"/>
                    </a:ext>
                  </a:extLst>
                </a:gridCol>
                <a:gridCol w="550862">
                  <a:extLst>
                    <a:ext uri="{9D8B030D-6E8A-4147-A177-3AD203B41FA5}">
                      <a16:colId xmlns:a16="http://schemas.microsoft.com/office/drawing/2014/main" val="20010"/>
                    </a:ext>
                  </a:extLst>
                </a:gridCol>
                <a:gridCol w="550863">
                  <a:extLst>
                    <a:ext uri="{9D8B030D-6E8A-4147-A177-3AD203B41FA5}">
                      <a16:colId xmlns:a16="http://schemas.microsoft.com/office/drawing/2014/main" val="20011"/>
                    </a:ext>
                  </a:extLst>
                </a:gridCol>
                <a:gridCol w="550862">
                  <a:extLst>
                    <a:ext uri="{9D8B030D-6E8A-4147-A177-3AD203B41FA5}">
                      <a16:colId xmlns:a16="http://schemas.microsoft.com/office/drawing/2014/main" val="20012"/>
                    </a:ext>
                  </a:extLst>
                </a:gridCol>
              </a:tblGrid>
              <a:tr h="5175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42" name="Text Box 66">
            <a:extLst>
              <a:ext uri="{FF2B5EF4-FFF2-40B4-BE49-F238E27FC236}">
                <a16:creationId xmlns:a16="http://schemas.microsoft.com/office/drawing/2014/main" id="{52E8AC73-8080-5000-ED9D-85B3F3F8D914}"/>
              </a:ext>
            </a:extLst>
          </p:cNvPr>
          <p:cNvSpPr txBox="1">
            <a:spLocks noChangeArrowheads="1"/>
          </p:cNvSpPr>
          <p:nvPr/>
        </p:nvSpPr>
        <p:spPr bwMode="auto">
          <a:xfrm>
            <a:off x="18891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7443" name="Text Box 67">
            <a:extLst>
              <a:ext uri="{FF2B5EF4-FFF2-40B4-BE49-F238E27FC236}">
                <a16:creationId xmlns:a16="http://schemas.microsoft.com/office/drawing/2014/main" id="{09976203-CAA2-3794-0B2B-77CCF7F5EAA2}"/>
              </a:ext>
            </a:extLst>
          </p:cNvPr>
          <p:cNvSpPr txBox="1">
            <a:spLocks noChangeArrowheads="1"/>
          </p:cNvSpPr>
          <p:nvPr/>
        </p:nvSpPr>
        <p:spPr bwMode="auto">
          <a:xfrm>
            <a:off x="1905000" y="2819400"/>
            <a:ext cx="565150" cy="160020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endParaRPr lang="en-US" altLang="en-US" sz="2800" b="0"/>
          </a:p>
          <a:p>
            <a:pPr algn="ctr">
              <a:spcBef>
                <a:spcPct val="50000"/>
              </a:spcBef>
              <a:buClrTx/>
              <a:buSzTx/>
              <a:buFontTx/>
              <a:buNone/>
            </a:pPr>
            <a:r>
              <a:rPr lang="en-US" altLang="en-US" sz="2800" b="0"/>
              <a:t>0</a:t>
            </a:r>
          </a:p>
        </p:txBody>
      </p:sp>
      <p:sp>
        <p:nvSpPr>
          <p:cNvPr id="17444" name="Rectangle 68">
            <a:extLst>
              <a:ext uri="{FF2B5EF4-FFF2-40B4-BE49-F238E27FC236}">
                <a16:creationId xmlns:a16="http://schemas.microsoft.com/office/drawing/2014/main" id="{F41996A3-C551-1943-338C-146D67E4C8D3}"/>
              </a:ext>
            </a:extLst>
          </p:cNvPr>
          <p:cNvSpPr>
            <a:spLocks noChangeArrowheads="1"/>
          </p:cNvSpPr>
          <p:nvPr/>
        </p:nvSpPr>
        <p:spPr bwMode="auto">
          <a:xfrm>
            <a:off x="19050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7445" name="Text Box 69">
            <a:extLst>
              <a:ext uri="{FF2B5EF4-FFF2-40B4-BE49-F238E27FC236}">
                <a16:creationId xmlns:a16="http://schemas.microsoft.com/office/drawing/2014/main" id="{F1B74FEC-BAEE-30A7-C0D3-F7527C15636E}"/>
              </a:ext>
            </a:extLst>
          </p:cNvPr>
          <p:cNvSpPr txBox="1">
            <a:spLocks noChangeArrowheads="1"/>
          </p:cNvSpPr>
          <p:nvPr/>
        </p:nvSpPr>
        <p:spPr bwMode="auto">
          <a:xfrm>
            <a:off x="3108325" y="26082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7446" name="Text Box 70">
            <a:extLst>
              <a:ext uri="{FF2B5EF4-FFF2-40B4-BE49-F238E27FC236}">
                <a16:creationId xmlns:a16="http://schemas.microsoft.com/office/drawing/2014/main" id="{CA711BE3-CF71-B3AF-E527-1B8140F32E61}"/>
              </a:ext>
            </a:extLst>
          </p:cNvPr>
          <p:cNvSpPr txBox="1">
            <a:spLocks noChangeArrowheads="1"/>
          </p:cNvSpPr>
          <p:nvPr/>
        </p:nvSpPr>
        <p:spPr bwMode="auto">
          <a:xfrm>
            <a:off x="3124200" y="2819400"/>
            <a:ext cx="565150" cy="160020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800" b="0"/>
              <a:t>  </a:t>
            </a:r>
          </a:p>
          <a:p>
            <a:pPr algn="ctr">
              <a:spcBef>
                <a:spcPct val="50000"/>
              </a:spcBef>
              <a:buClrTx/>
              <a:buSzTx/>
              <a:buFontTx/>
              <a:buNone/>
            </a:pPr>
            <a:r>
              <a:rPr lang="en-US" altLang="en-US" sz="2800" b="0"/>
              <a:t>1</a:t>
            </a:r>
          </a:p>
        </p:txBody>
      </p:sp>
      <p:sp>
        <p:nvSpPr>
          <p:cNvPr id="17447" name="Rectangle 71">
            <a:extLst>
              <a:ext uri="{FF2B5EF4-FFF2-40B4-BE49-F238E27FC236}">
                <a16:creationId xmlns:a16="http://schemas.microsoft.com/office/drawing/2014/main" id="{BB42B81B-FD6A-89BF-03AC-958C711B6E5F}"/>
              </a:ext>
            </a:extLst>
          </p:cNvPr>
          <p:cNvSpPr>
            <a:spLocks noChangeArrowheads="1"/>
          </p:cNvSpPr>
          <p:nvPr/>
        </p:nvSpPr>
        <p:spPr bwMode="auto">
          <a:xfrm>
            <a:off x="3124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7448" name="Text Box 72">
            <a:extLst>
              <a:ext uri="{FF2B5EF4-FFF2-40B4-BE49-F238E27FC236}">
                <a16:creationId xmlns:a16="http://schemas.microsoft.com/office/drawing/2014/main" id="{8FBC02FC-AF63-9580-24C3-166E0FDD3FE8}"/>
              </a:ext>
            </a:extLst>
          </p:cNvPr>
          <p:cNvSpPr txBox="1">
            <a:spLocks noChangeArrowheads="1"/>
          </p:cNvSpPr>
          <p:nvPr/>
        </p:nvSpPr>
        <p:spPr bwMode="auto">
          <a:xfrm>
            <a:off x="4251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7449" name="Text Box 73">
            <a:extLst>
              <a:ext uri="{FF2B5EF4-FFF2-40B4-BE49-F238E27FC236}">
                <a16:creationId xmlns:a16="http://schemas.microsoft.com/office/drawing/2014/main" id="{A3FBA9B4-DF23-094B-A4D7-840EDEDFE6F6}"/>
              </a:ext>
            </a:extLst>
          </p:cNvPr>
          <p:cNvSpPr txBox="1">
            <a:spLocks noChangeArrowheads="1"/>
          </p:cNvSpPr>
          <p:nvPr/>
        </p:nvSpPr>
        <p:spPr bwMode="auto">
          <a:xfrm>
            <a:off x="4267200" y="2590800"/>
            <a:ext cx="565150" cy="181610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800" b="0"/>
          </a:p>
          <a:p>
            <a:pPr algn="ctr">
              <a:spcBef>
                <a:spcPct val="50000"/>
              </a:spcBef>
              <a:buClrTx/>
              <a:buSzTx/>
              <a:buFontTx/>
              <a:buNone/>
            </a:pPr>
            <a:endParaRPr lang="en-US" altLang="en-US" sz="2800" b="0"/>
          </a:p>
          <a:p>
            <a:pPr algn="ctr">
              <a:spcBef>
                <a:spcPct val="50000"/>
              </a:spcBef>
              <a:buClrTx/>
              <a:buSzTx/>
              <a:buFontTx/>
              <a:buNone/>
            </a:pPr>
            <a:r>
              <a:rPr lang="en-US" altLang="en-US" sz="2800" b="0"/>
              <a:t>2</a:t>
            </a:r>
          </a:p>
        </p:txBody>
      </p:sp>
      <p:sp>
        <p:nvSpPr>
          <p:cNvPr id="17450" name="Rectangle 74">
            <a:extLst>
              <a:ext uri="{FF2B5EF4-FFF2-40B4-BE49-F238E27FC236}">
                <a16:creationId xmlns:a16="http://schemas.microsoft.com/office/drawing/2014/main" id="{7DE4937B-08DC-157B-CF2D-D70F536948D4}"/>
              </a:ext>
            </a:extLst>
          </p:cNvPr>
          <p:cNvSpPr>
            <a:spLocks noChangeArrowheads="1"/>
          </p:cNvSpPr>
          <p:nvPr/>
        </p:nvSpPr>
        <p:spPr bwMode="auto">
          <a:xfrm>
            <a:off x="4267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7451" name="Text Box 75">
            <a:extLst>
              <a:ext uri="{FF2B5EF4-FFF2-40B4-BE49-F238E27FC236}">
                <a16:creationId xmlns:a16="http://schemas.microsoft.com/office/drawing/2014/main" id="{A9F92B6E-35EF-26C6-7E0D-92081D89A72B}"/>
              </a:ext>
            </a:extLst>
          </p:cNvPr>
          <p:cNvSpPr txBox="1">
            <a:spLocks noChangeArrowheads="1"/>
          </p:cNvSpPr>
          <p:nvPr/>
        </p:nvSpPr>
        <p:spPr bwMode="auto">
          <a:xfrm>
            <a:off x="5394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7452" name="Text Box 76">
            <a:extLst>
              <a:ext uri="{FF2B5EF4-FFF2-40B4-BE49-F238E27FC236}">
                <a16:creationId xmlns:a16="http://schemas.microsoft.com/office/drawing/2014/main" id="{1590AD7C-FC9B-6777-8155-9AB3F732261E}"/>
              </a:ext>
            </a:extLst>
          </p:cNvPr>
          <p:cNvSpPr txBox="1">
            <a:spLocks noChangeArrowheads="1"/>
          </p:cNvSpPr>
          <p:nvPr/>
        </p:nvSpPr>
        <p:spPr bwMode="auto">
          <a:xfrm>
            <a:off x="5410200" y="2819400"/>
            <a:ext cx="565150" cy="160020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800" b="0"/>
              <a:t>   </a:t>
            </a:r>
          </a:p>
          <a:p>
            <a:pPr algn="ctr">
              <a:spcBef>
                <a:spcPct val="50000"/>
              </a:spcBef>
              <a:buClrTx/>
              <a:buSzTx/>
              <a:buFontTx/>
              <a:buNone/>
            </a:pPr>
            <a:r>
              <a:rPr lang="en-US" altLang="en-US" sz="2800" b="0"/>
              <a:t>3</a:t>
            </a:r>
          </a:p>
        </p:txBody>
      </p:sp>
      <p:sp>
        <p:nvSpPr>
          <p:cNvPr id="17453" name="Rectangle 77">
            <a:extLst>
              <a:ext uri="{FF2B5EF4-FFF2-40B4-BE49-F238E27FC236}">
                <a16:creationId xmlns:a16="http://schemas.microsoft.com/office/drawing/2014/main" id="{6FB8823E-8817-2CC9-85AE-F7517821F431}"/>
              </a:ext>
            </a:extLst>
          </p:cNvPr>
          <p:cNvSpPr>
            <a:spLocks noChangeArrowheads="1"/>
          </p:cNvSpPr>
          <p:nvPr/>
        </p:nvSpPr>
        <p:spPr bwMode="auto">
          <a:xfrm>
            <a:off x="5410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7454" name="Text Box 78">
            <a:extLst>
              <a:ext uri="{FF2B5EF4-FFF2-40B4-BE49-F238E27FC236}">
                <a16:creationId xmlns:a16="http://schemas.microsoft.com/office/drawing/2014/main" id="{897ED8C0-2934-A9FB-0667-3A44FD3161FB}"/>
              </a:ext>
            </a:extLst>
          </p:cNvPr>
          <p:cNvSpPr txBox="1">
            <a:spLocks noChangeArrowheads="1"/>
          </p:cNvSpPr>
          <p:nvPr/>
        </p:nvSpPr>
        <p:spPr bwMode="auto">
          <a:xfrm>
            <a:off x="6537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7455" name="Text Box 79">
            <a:extLst>
              <a:ext uri="{FF2B5EF4-FFF2-40B4-BE49-F238E27FC236}">
                <a16:creationId xmlns:a16="http://schemas.microsoft.com/office/drawing/2014/main" id="{14D2E8FA-6C74-547C-F390-6917E27F975F}"/>
              </a:ext>
            </a:extLst>
          </p:cNvPr>
          <p:cNvSpPr txBox="1">
            <a:spLocks noChangeArrowheads="1"/>
          </p:cNvSpPr>
          <p:nvPr/>
        </p:nvSpPr>
        <p:spPr bwMode="auto">
          <a:xfrm>
            <a:off x="6508750" y="2362200"/>
            <a:ext cx="565150" cy="203200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br>
              <a:rPr lang="en-US" altLang="en-US" sz="2800" b="0"/>
            </a:br>
            <a:endParaRPr lang="en-US" altLang="en-US" sz="2800" b="0"/>
          </a:p>
          <a:p>
            <a:pPr algn="ctr">
              <a:spcBef>
                <a:spcPct val="50000"/>
              </a:spcBef>
              <a:buClrTx/>
              <a:buSzTx/>
              <a:buFontTx/>
              <a:buNone/>
            </a:pPr>
            <a:r>
              <a:rPr lang="en-US" altLang="en-US" sz="2800" b="0"/>
              <a:t> 4</a:t>
            </a:r>
          </a:p>
        </p:txBody>
      </p:sp>
      <p:sp>
        <p:nvSpPr>
          <p:cNvPr id="17456" name="Rectangle 80">
            <a:extLst>
              <a:ext uri="{FF2B5EF4-FFF2-40B4-BE49-F238E27FC236}">
                <a16:creationId xmlns:a16="http://schemas.microsoft.com/office/drawing/2014/main" id="{13C71582-09A5-7103-9682-819257418530}"/>
              </a:ext>
            </a:extLst>
          </p:cNvPr>
          <p:cNvSpPr>
            <a:spLocks noChangeArrowheads="1"/>
          </p:cNvSpPr>
          <p:nvPr/>
        </p:nvSpPr>
        <p:spPr bwMode="auto">
          <a:xfrm>
            <a:off x="6553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graphicFrame>
        <p:nvGraphicFramePr>
          <p:cNvPr id="1282267" name="Group 219">
            <a:extLst>
              <a:ext uri="{FF2B5EF4-FFF2-40B4-BE49-F238E27FC236}">
                <a16:creationId xmlns:a16="http://schemas.microsoft.com/office/drawing/2014/main" id="{E6C11726-AA66-23C1-5B4F-F93E18E6AA70}"/>
              </a:ext>
            </a:extLst>
          </p:cNvPr>
          <p:cNvGraphicFramePr>
            <a:graphicFrameLocks noGrp="1"/>
          </p:cNvGraphicFramePr>
          <p:nvPr/>
        </p:nvGraphicFramePr>
        <p:xfrm>
          <a:off x="1143000" y="5562600"/>
          <a:ext cx="7162800" cy="517548"/>
        </p:xfrm>
        <a:graphic>
          <a:graphicData uri="http://schemas.openxmlformats.org/drawingml/2006/table">
            <a:tbl>
              <a:tblPr/>
              <a:tblGrid>
                <a:gridCol w="550863">
                  <a:extLst>
                    <a:ext uri="{9D8B030D-6E8A-4147-A177-3AD203B41FA5}">
                      <a16:colId xmlns:a16="http://schemas.microsoft.com/office/drawing/2014/main" val="20000"/>
                    </a:ext>
                  </a:extLst>
                </a:gridCol>
                <a:gridCol w="550862">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0862">
                  <a:extLst>
                    <a:ext uri="{9D8B030D-6E8A-4147-A177-3AD203B41FA5}">
                      <a16:colId xmlns:a16="http://schemas.microsoft.com/office/drawing/2014/main" val="20003"/>
                    </a:ext>
                  </a:extLst>
                </a:gridCol>
                <a:gridCol w="55086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52450">
                  <a:extLst>
                    <a:ext uri="{9D8B030D-6E8A-4147-A177-3AD203B41FA5}">
                      <a16:colId xmlns:a16="http://schemas.microsoft.com/office/drawing/2014/main" val="20006"/>
                    </a:ext>
                  </a:extLst>
                </a:gridCol>
                <a:gridCol w="550863">
                  <a:extLst>
                    <a:ext uri="{9D8B030D-6E8A-4147-A177-3AD203B41FA5}">
                      <a16:colId xmlns:a16="http://schemas.microsoft.com/office/drawing/2014/main" val="20007"/>
                    </a:ext>
                  </a:extLst>
                </a:gridCol>
                <a:gridCol w="550862">
                  <a:extLst>
                    <a:ext uri="{9D8B030D-6E8A-4147-A177-3AD203B41FA5}">
                      <a16:colId xmlns:a16="http://schemas.microsoft.com/office/drawing/2014/main" val="20008"/>
                    </a:ext>
                  </a:extLst>
                </a:gridCol>
                <a:gridCol w="550863">
                  <a:extLst>
                    <a:ext uri="{9D8B030D-6E8A-4147-A177-3AD203B41FA5}">
                      <a16:colId xmlns:a16="http://schemas.microsoft.com/office/drawing/2014/main" val="20009"/>
                    </a:ext>
                  </a:extLst>
                </a:gridCol>
                <a:gridCol w="550862">
                  <a:extLst>
                    <a:ext uri="{9D8B030D-6E8A-4147-A177-3AD203B41FA5}">
                      <a16:colId xmlns:a16="http://schemas.microsoft.com/office/drawing/2014/main" val="20010"/>
                    </a:ext>
                  </a:extLst>
                </a:gridCol>
                <a:gridCol w="550863">
                  <a:extLst>
                    <a:ext uri="{9D8B030D-6E8A-4147-A177-3AD203B41FA5}">
                      <a16:colId xmlns:a16="http://schemas.microsoft.com/office/drawing/2014/main" val="20011"/>
                    </a:ext>
                  </a:extLst>
                </a:gridCol>
                <a:gridCol w="550862">
                  <a:extLst>
                    <a:ext uri="{9D8B030D-6E8A-4147-A177-3AD203B41FA5}">
                      <a16:colId xmlns:a16="http://schemas.microsoft.com/office/drawing/2014/main" val="20012"/>
                    </a:ext>
                  </a:extLst>
                </a:gridCol>
              </a:tblGrid>
              <a:tr h="5175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dirty="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dirty="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7487" name="AutoShape 220">
            <a:extLst>
              <a:ext uri="{FF2B5EF4-FFF2-40B4-BE49-F238E27FC236}">
                <a16:creationId xmlns:a16="http://schemas.microsoft.com/office/drawing/2014/main" id="{2E55B83D-FF6D-83D2-0FBD-28DD50F47B0E}"/>
              </a:ext>
            </a:extLst>
          </p:cNvPr>
          <p:cNvSpPr>
            <a:spLocks noChangeArrowheads="1"/>
          </p:cNvSpPr>
          <p:nvPr/>
        </p:nvSpPr>
        <p:spPr bwMode="auto">
          <a:xfrm>
            <a:off x="4114800" y="19812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7488" name="AutoShape 221">
            <a:extLst>
              <a:ext uri="{FF2B5EF4-FFF2-40B4-BE49-F238E27FC236}">
                <a16:creationId xmlns:a16="http://schemas.microsoft.com/office/drawing/2014/main" id="{37CC5F28-7338-3EBE-D8D9-BDCA9211A644}"/>
              </a:ext>
            </a:extLst>
          </p:cNvPr>
          <p:cNvSpPr>
            <a:spLocks noChangeArrowheads="1"/>
          </p:cNvSpPr>
          <p:nvPr/>
        </p:nvSpPr>
        <p:spPr bwMode="auto">
          <a:xfrm>
            <a:off x="4191000" y="48006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7489" name="TextBox 1">
            <a:extLst>
              <a:ext uri="{FF2B5EF4-FFF2-40B4-BE49-F238E27FC236}">
                <a16:creationId xmlns:a16="http://schemas.microsoft.com/office/drawing/2014/main" id="{CED2ECA4-49DB-082D-7F76-7013EFFFC6DD}"/>
              </a:ext>
            </a:extLst>
          </p:cNvPr>
          <p:cNvSpPr txBox="1">
            <a:spLocks noChangeArrowheads="1"/>
          </p:cNvSpPr>
          <p:nvPr/>
        </p:nvSpPr>
        <p:spPr bwMode="auto">
          <a:xfrm>
            <a:off x="136525" y="4576763"/>
            <a:ext cx="39782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r>
              <a:rPr lang="en-IN" altLang="en-US" sz="1600" b="0">
                <a:solidFill>
                  <a:schemeClr val="tx2"/>
                </a:solidFill>
              </a:rPr>
              <a:t>Bucket with indices same as input range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a:extLst>
              <a:ext uri="{FF2B5EF4-FFF2-40B4-BE49-F238E27FC236}">
                <a16:creationId xmlns:a16="http://schemas.microsoft.com/office/drawing/2014/main" id="{16087FCF-F1A9-F29D-451A-0030BAE23D1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BC2E6F4C-8703-411F-AEC9-4D5EB2A707C8}" type="datetime1">
              <a:rPr lang="en-US" altLang="en-US" sz="1200" smtClean="0"/>
              <a:pPr>
                <a:spcBef>
                  <a:spcPct val="0"/>
                </a:spcBef>
                <a:buClrTx/>
                <a:buSzTx/>
                <a:buFontTx/>
                <a:buNone/>
              </a:pPr>
              <a:t>10/5/2025</a:t>
            </a:fld>
            <a:endParaRPr lang="en-US" altLang="en-US" sz="1200"/>
          </a:p>
        </p:txBody>
      </p:sp>
      <p:sp>
        <p:nvSpPr>
          <p:cNvPr id="18435" name="Rectangle 2">
            <a:extLst>
              <a:ext uri="{FF2B5EF4-FFF2-40B4-BE49-F238E27FC236}">
                <a16:creationId xmlns:a16="http://schemas.microsoft.com/office/drawing/2014/main" id="{1C2082E8-47C1-DFD2-3181-F445B5CD2C24}"/>
              </a:ext>
            </a:extLst>
          </p:cNvPr>
          <p:cNvSpPr>
            <a:spLocks noGrp="1" noChangeArrowheads="1"/>
          </p:cNvSpPr>
          <p:nvPr>
            <p:ph type="title"/>
          </p:nvPr>
        </p:nvSpPr>
        <p:spPr>
          <a:xfrm>
            <a:off x="381000" y="530225"/>
            <a:ext cx="1897063" cy="449263"/>
          </a:xfrm>
          <a:solidFill>
            <a:srgbClr val="FFC000"/>
          </a:solidFill>
        </p:spPr>
        <p:txBody>
          <a:bodyPr/>
          <a:lstStyle/>
          <a:p>
            <a:pPr eaLnBrk="1" hangingPunct="1"/>
            <a:r>
              <a:rPr lang="en-US" altLang="en-US" sz="3200"/>
              <a:t>Example</a:t>
            </a:r>
          </a:p>
        </p:txBody>
      </p:sp>
      <p:graphicFrame>
        <p:nvGraphicFramePr>
          <p:cNvPr id="1282113" name="Group 65">
            <a:extLst>
              <a:ext uri="{FF2B5EF4-FFF2-40B4-BE49-F238E27FC236}">
                <a16:creationId xmlns:a16="http://schemas.microsoft.com/office/drawing/2014/main" id="{4AFA493C-2732-C790-84C8-7B1EE311A563}"/>
              </a:ext>
            </a:extLst>
          </p:cNvPr>
          <p:cNvGraphicFramePr>
            <a:graphicFrameLocks noGrp="1"/>
          </p:cNvGraphicFramePr>
          <p:nvPr>
            <p:ph idx="1"/>
          </p:nvPr>
        </p:nvGraphicFramePr>
        <p:xfrm>
          <a:off x="1066800" y="1295400"/>
          <a:ext cx="7162800" cy="517548"/>
        </p:xfrm>
        <a:graphic>
          <a:graphicData uri="http://schemas.openxmlformats.org/drawingml/2006/table">
            <a:tbl>
              <a:tblPr/>
              <a:tblGrid>
                <a:gridCol w="550863">
                  <a:extLst>
                    <a:ext uri="{9D8B030D-6E8A-4147-A177-3AD203B41FA5}">
                      <a16:colId xmlns:a16="http://schemas.microsoft.com/office/drawing/2014/main" val="20000"/>
                    </a:ext>
                  </a:extLst>
                </a:gridCol>
                <a:gridCol w="550862">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0862">
                  <a:extLst>
                    <a:ext uri="{9D8B030D-6E8A-4147-A177-3AD203B41FA5}">
                      <a16:colId xmlns:a16="http://schemas.microsoft.com/office/drawing/2014/main" val="20003"/>
                    </a:ext>
                  </a:extLst>
                </a:gridCol>
                <a:gridCol w="55086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52450">
                  <a:extLst>
                    <a:ext uri="{9D8B030D-6E8A-4147-A177-3AD203B41FA5}">
                      <a16:colId xmlns:a16="http://schemas.microsoft.com/office/drawing/2014/main" val="20006"/>
                    </a:ext>
                  </a:extLst>
                </a:gridCol>
                <a:gridCol w="550863">
                  <a:extLst>
                    <a:ext uri="{9D8B030D-6E8A-4147-A177-3AD203B41FA5}">
                      <a16:colId xmlns:a16="http://schemas.microsoft.com/office/drawing/2014/main" val="20007"/>
                    </a:ext>
                  </a:extLst>
                </a:gridCol>
                <a:gridCol w="550862">
                  <a:extLst>
                    <a:ext uri="{9D8B030D-6E8A-4147-A177-3AD203B41FA5}">
                      <a16:colId xmlns:a16="http://schemas.microsoft.com/office/drawing/2014/main" val="20008"/>
                    </a:ext>
                  </a:extLst>
                </a:gridCol>
                <a:gridCol w="550863">
                  <a:extLst>
                    <a:ext uri="{9D8B030D-6E8A-4147-A177-3AD203B41FA5}">
                      <a16:colId xmlns:a16="http://schemas.microsoft.com/office/drawing/2014/main" val="20009"/>
                    </a:ext>
                  </a:extLst>
                </a:gridCol>
                <a:gridCol w="550862">
                  <a:extLst>
                    <a:ext uri="{9D8B030D-6E8A-4147-A177-3AD203B41FA5}">
                      <a16:colId xmlns:a16="http://schemas.microsoft.com/office/drawing/2014/main" val="20010"/>
                    </a:ext>
                  </a:extLst>
                </a:gridCol>
                <a:gridCol w="550863">
                  <a:extLst>
                    <a:ext uri="{9D8B030D-6E8A-4147-A177-3AD203B41FA5}">
                      <a16:colId xmlns:a16="http://schemas.microsoft.com/office/drawing/2014/main" val="20011"/>
                    </a:ext>
                  </a:extLst>
                </a:gridCol>
                <a:gridCol w="550862">
                  <a:extLst>
                    <a:ext uri="{9D8B030D-6E8A-4147-A177-3AD203B41FA5}">
                      <a16:colId xmlns:a16="http://schemas.microsoft.com/office/drawing/2014/main" val="20012"/>
                    </a:ext>
                  </a:extLst>
                </a:gridCol>
              </a:tblGrid>
              <a:tr h="5175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8466" name="Text Box 66">
            <a:extLst>
              <a:ext uri="{FF2B5EF4-FFF2-40B4-BE49-F238E27FC236}">
                <a16:creationId xmlns:a16="http://schemas.microsoft.com/office/drawing/2014/main" id="{C09DBD23-01D6-FB81-C943-96ECDE195247}"/>
              </a:ext>
            </a:extLst>
          </p:cNvPr>
          <p:cNvSpPr txBox="1">
            <a:spLocks noChangeArrowheads="1"/>
          </p:cNvSpPr>
          <p:nvPr/>
        </p:nvSpPr>
        <p:spPr bwMode="auto">
          <a:xfrm>
            <a:off x="18891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8467" name="Text Box 67">
            <a:extLst>
              <a:ext uri="{FF2B5EF4-FFF2-40B4-BE49-F238E27FC236}">
                <a16:creationId xmlns:a16="http://schemas.microsoft.com/office/drawing/2014/main" id="{D25884DA-65A9-CE00-524F-3BDAE55B7272}"/>
              </a:ext>
            </a:extLst>
          </p:cNvPr>
          <p:cNvSpPr txBox="1">
            <a:spLocks noChangeArrowheads="1"/>
          </p:cNvSpPr>
          <p:nvPr/>
        </p:nvSpPr>
        <p:spPr bwMode="auto">
          <a:xfrm>
            <a:off x="19050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800" b="0"/>
              <a:t>0 00</a:t>
            </a:r>
          </a:p>
        </p:txBody>
      </p:sp>
      <p:sp>
        <p:nvSpPr>
          <p:cNvPr id="18468" name="Rectangle 68">
            <a:extLst>
              <a:ext uri="{FF2B5EF4-FFF2-40B4-BE49-F238E27FC236}">
                <a16:creationId xmlns:a16="http://schemas.microsoft.com/office/drawing/2014/main" id="{53CFD3F2-7F68-CD2D-2706-1B39F4848F10}"/>
              </a:ext>
            </a:extLst>
          </p:cNvPr>
          <p:cNvSpPr>
            <a:spLocks noChangeArrowheads="1"/>
          </p:cNvSpPr>
          <p:nvPr/>
        </p:nvSpPr>
        <p:spPr bwMode="auto">
          <a:xfrm>
            <a:off x="19050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8469" name="Text Box 69">
            <a:extLst>
              <a:ext uri="{FF2B5EF4-FFF2-40B4-BE49-F238E27FC236}">
                <a16:creationId xmlns:a16="http://schemas.microsoft.com/office/drawing/2014/main" id="{CC8E2604-13A6-03F7-E783-94DCC24FA99C}"/>
              </a:ext>
            </a:extLst>
          </p:cNvPr>
          <p:cNvSpPr txBox="1">
            <a:spLocks noChangeArrowheads="1"/>
          </p:cNvSpPr>
          <p:nvPr/>
        </p:nvSpPr>
        <p:spPr bwMode="auto">
          <a:xfrm>
            <a:off x="3108325" y="26082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8470" name="Text Box 70">
            <a:extLst>
              <a:ext uri="{FF2B5EF4-FFF2-40B4-BE49-F238E27FC236}">
                <a16:creationId xmlns:a16="http://schemas.microsoft.com/office/drawing/2014/main" id="{41B1868B-89D8-EBDB-40AD-003DEE57D689}"/>
              </a:ext>
            </a:extLst>
          </p:cNvPr>
          <p:cNvSpPr txBox="1">
            <a:spLocks noChangeArrowheads="1"/>
          </p:cNvSpPr>
          <p:nvPr/>
        </p:nvSpPr>
        <p:spPr bwMode="auto">
          <a:xfrm>
            <a:off x="31242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800" b="0"/>
              <a:t>  1 1</a:t>
            </a:r>
          </a:p>
        </p:txBody>
      </p:sp>
      <p:sp>
        <p:nvSpPr>
          <p:cNvPr id="18471" name="Rectangle 71">
            <a:extLst>
              <a:ext uri="{FF2B5EF4-FFF2-40B4-BE49-F238E27FC236}">
                <a16:creationId xmlns:a16="http://schemas.microsoft.com/office/drawing/2014/main" id="{8D2D93B1-36B7-F230-3859-DDC5B8A9006C}"/>
              </a:ext>
            </a:extLst>
          </p:cNvPr>
          <p:cNvSpPr>
            <a:spLocks noChangeArrowheads="1"/>
          </p:cNvSpPr>
          <p:nvPr/>
        </p:nvSpPr>
        <p:spPr bwMode="auto">
          <a:xfrm>
            <a:off x="3124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8472" name="Text Box 72">
            <a:extLst>
              <a:ext uri="{FF2B5EF4-FFF2-40B4-BE49-F238E27FC236}">
                <a16:creationId xmlns:a16="http://schemas.microsoft.com/office/drawing/2014/main" id="{CAC598EA-8961-7ECF-38CC-7698D20B267C}"/>
              </a:ext>
            </a:extLst>
          </p:cNvPr>
          <p:cNvSpPr txBox="1">
            <a:spLocks noChangeArrowheads="1"/>
          </p:cNvSpPr>
          <p:nvPr/>
        </p:nvSpPr>
        <p:spPr bwMode="auto">
          <a:xfrm>
            <a:off x="4251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8473" name="Text Box 73">
            <a:extLst>
              <a:ext uri="{FF2B5EF4-FFF2-40B4-BE49-F238E27FC236}">
                <a16:creationId xmlns:a16="http://schemas.microsoft.com/office/drawing/2014/main" id="{54A7FE5F-FCFE-7D30-BAD4-C0433B297AA7}"/>
              </a:ext>
            </a:extLst>
          </p:cNvPr>
          <p:cNvSpPr txBox="1">
            <a:spLocks noChangeArrowheads="1"/>
          </p:cNvSpPr>
          <p:nvPr/>
        </p:nvSpPr>
        <p:spPr bwMode="auto">
          <a:xfrm>
            <a:off x="42672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r>
              <a:rPr lang="en-US" altLang="en-US" sz="2800" b="0"/>
              <a:t>2</a:t>
            </a:r>
            <a:br>
              <a:rPr lang="en-US" altLang="en-US" sz="2800" b="0"/>
            </a:br>
            <a:r>
              <a:rPr lang="en-US" altLang="en-US" sz="2800" b="0"/>
              <a:t>2 22</a:t>
            </a:r>
          </a:p>
        </p:txBody>
      </p:sp>
      <p:sp>
        <p:nvSpPr>
          <p:cNvPr id="18474" name="Rectangle 74">
            <a:extLst>
              <a:ext uri="{FF2B5EF4-FFF2-40B4-BE49-F238E27FC236}">
                <a16:creationId xmlns:a16="http://schemas.microsoft.com/office/drawing/2014/main" id="{08BF5AC5-3F8B-4EE0-81FB-E7F094B8A082}"/>
              </a:ext>
            </a:extLst>
          </p:cNvPr>
          <p:cNvSpPr>
            <a:spLocks noChangeArrowheads="1"/>
          </p:cNvSpPr>
          <p:nvPr/>
        </p:nvSpPr>
        <p:spPr bwMode="auto">
          <a:xfrm>
            <a:off x="4267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8475" name="Text Box 75">
            <a:extLst>
              <a:ext uri="{FF2B5EF4-FFF2-40B4-BE49-F238E27FC236}">
                <a16:creationId xmlns:a16="http://schemas.microsoft.com/office/drawing/2014/main" id="{BCC67C0E-DA81-B85A-0D44-1EBA626BD84E}"/>
              </a:ext>
            </a:extLst>
          </p:cNvPr>
          <p:cNvSpPr txBox="1">
            <a:spLocks noChangeArrowheads="1"/>
          </p:cNvSpPr>
          <p:nvPr/>
        </p:nvSpPr>
        <p:spPr bwMode="auto">
          <a:xfrm>
            <a:off x="5394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8476" name="Text Box 76">
            <a:extLst>
              <a:ext uri="{FF2B5EF4-FFF2-40B4-BE49-F238E27FC236}">
                <a16:creationId xmlns:a16="http://schemas.microsoft.com/office/drawing/2014/main" id="{D4409FAE-9D54-9376-C201-38D9C473661F}"/>
              </a:ext>
            </a:extLst>
          </p:cNvPr>
          <p:cNvSpPr txBox="1">
            <a:spLocks noChangeArrowheads="1"/>
          </p:cNvSpPr>
          <p:nvPr/>
        </p:nvSpPr>
        <p:spPr bwMode="auto">
          <a:xfrm>
            <a:off x="54102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800" b="0"/>
              <a:t>  3 3</a:t>
            </a:r>
          </a:p>
        </p:txBody>
      </p:sp>
      <p:sp>
        <p:nvSpPr>
          <p:cNvPr id="18477" name="Rectangle 77">
            <a:extLst>
              <a:ext uri="{FF2B5EF4-FFF2-40B4-BE49-F238E27FC236}">
                <a16:creationId xmlns:a16="http://schemas.microsoft.com/office/drawing/2014/main" id="{F0A90BD3-CA56-1479-5F17-FBA7DAD3AF23}"/>
              </a:ext>
            </a:extLst>
          </p:cNvPr>
          <p:cNvSpPr>
            <a:spLocks noChangeArrowheads="1"/>
          </p:cNvSpPr>
          <p:nvPr/>
        </p:nvSpPr>
        <p:spPr bwMode="auto">
          <a:xfrm>
            <a:off x="5410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8478" name="Text Box 78">
            <a:extLst>
              <a:ext uri="{FF2B5EF4-FFF2-40B4-BE49-F238E27FC236}">
                <a16:creationId xmlns:a16="http://schemas.microsoft.com/office/drawing/2014/main" id="{E6C6AB62-077A-3763-B1B7-EACF833639C2}"/>
              </a:ext>
            </a:extLst>
          </p:cNvPr>
          <p:cNvSpPr txBox="1">
            <a:spLocks noChangeArrowheads="1"/>
          </p:cNvSpPr>
          <p:nvPr/>
        </p:nvSpPr>
        <p:spPr bwMode="auto">
          <a:xfrm>
            <a:off x="6537325" y="253206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18479" name="Text Box 79">
            <a:extLst>
              <a:ext uri="{FF2B5EF4-FFF2-40B4-BE49-F238E27FC236}">
                <a16:creationId xmlns:a16="http://schemas.microsoft.com/office/drawing/2014/main" id="{9A54747E-9910-3090-930D-CD91D93EC88A}"/>
              </a:ext>
            </a:extLst>
          </p:cNvPr>
          <p:cNvSpPr txBox="1">
            <a:spLocks noChangeArrowheads="1"/>
          </p:cNvSpPr>
          <p:nvPr/>
        </p:nvSpPr>
        <p:spPr bwMode="auto">
          <a:xfrm>
            <a:off x="6553200" y="2743200"/>
            <a:ext cx="565150" cy="1812925"/>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br>
              <a:rPr lang="en-US" altLang="en-US" sz="2800" b="0"/>
            </a:br>
            <a:r>
              <a:rPr lang="en-US" altLang="en-US" sz="2800" b="0"/>
              <a:t>4 4</a:t>
            </a:r>
          </a:p>
        </p:txBody>
      </p:sp>
      <p:sp>
        <p:nvSpPr>
          <p:cNvPr id="18480" name="Rectangle 80">
            <a:extLst>
              <a:ext uri="{FF2B5EF4-FFF2-40B4-BE49-F238E27FC236}">
                <a16:creationId xmlns:a16="http://schemas.microsoft.com/office/drawing/2014/main" id="{6249CB0D-F564-116A-BC78-10FF8E99E954}"/>
              </a:ext>
            </a:extLst>
          </p:cNvPr>
          <p:cNvSpPr>
            <a:spLocks noChangeArrowheads="1"/>
          </p:cNvSpPr>
          <p:nvPr/>
        </p:nvSpPr>
        <p:spPr bwMode="auto">
          <a:xfrm>
            <a:off x="6553200" y="2514600"/>
            <a:ext cx="6096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graphicFrame>
        <p:nvGraphicFramePr>
          <p:cNvPr id="1282267" name="Group 219">
            <a:extLst>
              <a:ext uri="{FF2B5EF4-FFF2-40B4-BE49-F238E27FC236}">
                <a16:creationId xmlns:a16="http://schemas.microsoft.com/office/drawing/2014/main" id="{AB2A6F54-5593-2C34-B747-85D982213502}"/>
              </a:ext>
            </a:extLst>
          </p:cNvPr>
          <p:cNvGraphicFramePr>
            <a:graphicFrameLocks noGrp="1"/>
          </p:cNvGraphicFramePr>
          <p:nvPr/>
        </p:nvGraphicFramePr>
        <p:xfrm>
          <a:off x="1143000" y="5562600"/>
          <a:ext cx="7162800" cy="517548"/>
        </p:xfrm>
        <a:graphic>
          <a:graphicData uri="http://schemas.openxmlformats.org/drawingml/2006/table">
            <a:tbl>
              <a:tblPr/>
              <a:tblGrid>
                <a:gridCol w="550863">
                  <a:extLst>
                    <a:ext uri="{9D8B030D-6E8A-4147-A177-3AD203B41FA5}">
                      <a16:colId xmlns:a16="http://schemas.microsoft.com/office/drawing/2014/main" val="20000"/>
                    </a:ext>
                  </a:extLst>
                </a:gridCol>
                <a:gridCol w="550862">
                  <a:extLst>
                    <a:ext uri="{9D8B030D-6E8A-4147-A177-3AD203B41FA5}">
                      <a16:colId xmlns:a16="http://schemas.microsoft.com/office/drawing/2014/main" val="20001"/>
                    </a:ext>
                  </a:extLst>
                </a:gridCol>
                <a:gridCol w="550863">
                  <a:extLst>
                    <a:ext uri="{9D8B030D-6E8A-4147-A177-3AD203B41FA5}">
                      <a16:colId xmlns:a16="http://schemas.microsoft.com/office/drawing/2014/main" val="20002"/>
                    </a:ext>
                  </a:extLst>
                </a:gridCol>
                <a:gridCol w="550862">
                  <a:extLst>
                    <a:ext uri="{9D8B030D-6E8A-4147-A177-3AD203B41FA5}">
                      <a16:colId xmlns:a16="http://schemas.microsoft.com/office/drawing/2014/main" val="20003"/>
                    </a:ext>
                  </a:extLst>
                </a:gridCol>
                <a:gridCol w="550863">
                  <a:extLst>
                    <a:ext uri="{9D8B030D-6E8A-4147-A177-3AD203B41FA5}">
                      <a16:colId xmlns:a16="http://schemas.microsoft.com/office/drawing/2014/main" val="20004"/>
                    </a:ext>
                  </a:extLst>
                </a:gridCol>
                <a:gridCol w="550862">
                  <a:extLst>
                    <a:ext uri="{9D8B030D-6E8A-4147-A177-3AD203B41FA5}">
                      <a16:colId xmlns:a16="http://schemas.microsoft.com/office/drawing/2014/main" val="20005"/>
                    </a:ext>
                  </a:extLst>
                </a:gridCol>
                <a:gridCol w="552450">
                  <a:extLst>
                    <a:ext uri="{9D8B030D-6E8A-4147-A177-3AD203B41FA5}">
                      <a16:colId xmlns:a16="http://schemas.microsoft.com/office/drawing/2014/main" val="20006"/>
                    </a:ext>
                  </a:extLst>
                </a:gridCol>
                <a:gridCol w="550863">
                  <a:extLst>
                    <a:ext uri="{9D8B030D-6E8A-4147-A177-3AD203B41FA5}">
                      <a16:colId xmlns:a16="http://schemas.microsoft.com/office/drawing/2014/main" val="20007"/>
                    </a:ext>
                  </a:extLst>
                </a:gridCol>
                <a:gridCol w="550862">
                  <a:extLst>
                    <a:ext uri="{9D8B030D-6E8A-4147-A177-3AD203B41FA5}">
                      <a16:colId xmlns:a16="http://schemas.microsoft.com/office/drawing/2014/main" val="20008"/>
                    </a:ext>
                  </a:extLst>
                </a:gridCol>
                <a:gridCol w="550863">
                  <a:extLst>
                    <a:ext uri="{9D8B030D-6E8A-4147-A177-3AD203B41FA5}">
                      <a16:colId xmlns:a16="http://schemas.microsoft.com/office/drawing/2014/main" val="20009"/>
                    </a:ext>
                  </a:extLst>
                </a:gridCol>
                <a:gridCol w="550862">
                  <a:extLst>
                    <a:ext uri="{9D8B030D-6E8A-4147-A177-3AD203B41FA5}">
                      <a16:colId xmlns:a16="http://schemas.microsoft.com/office/drawing/2014/main" val="20010"/>
                    </a:ext>
                  </a:extLst>
                </a:gridCol>
                <a:gridCol w="550863">
                  <a:extLst>
                    <a:ext uri="{9D8B030D-6E8A-4147-A177-3AD203B41FA5}">
                      <a16:colId xmlns:a16="http://schemas.microsoft.com/office/drawing/2014/main" val="20011"/>
                    </a:ext>
                  </a:extLst>
                </a:gridCol>
                <a:gridCol w="550862">
                  <a:extLst>
                    <a:ext uri="{9D8B030D-6E8A-4147-A177-3AD203B41FA5}">
                      <a16:colId xmlns:a16="http://schemas.microsoft.com/office/drawing/2014/main" val="20012"/>
                    </a:ext>
                  </a:extLst>
                </a:gridCol>
              </a:tblGrid>
              <a:tr h="517525">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0</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1</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2</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3</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800" b="0" i="0" u="none" strike="noStrike" cap="none" normalizeH="0" baseline="0">
                          <a:ln>
                            <a:noFill/>
                          </a:ln>
                          <a:solidFill>
                            <a:schemeClr val="tx1"/>
                          </a:solidFill>
                          <a:effectLst/>
                          <a:latin typeface="Comic Sans MS" panose="030F0702030302020204" pitchFamily="66" charset="0"/>
                        </a:rPr>
                        <a:t>4</a:t>
                      </a:r>
                    </a:p>
                  </a:txBody>
                  <a:tcPr marT="45414" marB="4541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8511" name="AutoShape 220">
            <a:extLst>
              <a:ext uri="{FF2B5EF4-FFF2-40B4-BE49-F238E27FC236}">
                <a16:creationId xmlns:a16="http://schemas.microsoft.com/office/drawing/2014/main" id="{D9E75975-D565-4B1A-5FE7-22D4E1690619}"/>
              </a:ext>
            </a:extLst>
          </p:cNvPr>
          <p:cNvSpPr>
            <a:spLocks noChangeArrowheads="1"/>
          </p:cNvSpPr>
          <p:nvPr/>
        </p:nvSpPr>
        <p:spPr bwMode="auto">
          <a:xfrm>
            <a:off x="4114800" y="19812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18512" name="AutoShape 221">
            <a:extLst>
              <a:ext uri="{FF2B5EF4-FFF2-40B4-BE49-F238E27FC236}">
                <a16:creationId xmlns:a16="http://schemas.microsoft.com/office/drawing/2014/main" id="{4AE5EC1E-51C6-D647-431C-89430DF100AD}"/>
              </a:ext>
            </a:extLst>
          </p:cNvPr>
          <p:cNvSpPr>
            <a:spLocks noChangeArrowheads="1"/>
          </p:cNvSpPr>
          <p:nvPr/>
        </p:nvSpPr>
        <p:spPr bwMode="auto">
          <a:xfrm>
            <a:off x="4191000" y="48006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3">
            <a:extLst>
              <a:ext uri="{FF2B5EF4-FFF2-40B4-BE49-F238E27FC236}">
                <a16:creationId xmlns:a16="http://schemas.microsoft.com/office/drawing/2014/main" id="{EDDFFB82-AE19-6525-CC7B-90BDBB10C6F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69B3004A-A38F-4FEF-9FFA-FAD39FDBC363}" type="datetime1">
              <a:rPr lang="en-US" altLang="en-US" sz="1200" smtClean="0"/>
              <a:pPr>
                <a:spcBef>
                  <a:spcPct val="0"/>
                </a:spcBef>
                <a:buClrTx/>
                <a:buSzTx/>
                <a:buFontTx/>
                <a:buNone/>
              </a:pPr>
              <a:t>10/5/2025</a:t>
            </a:fld>
            <a:endParaRPr lang="en-US" altLang="en-US" sz="1200"/>
          </a:p>
        </p:txBody>
      </p:sp>
      <p:sp>
        <p:nvSpPr>
          <p:cNvPr id="19459" name="Rectangle 2">
            <a:extLst>
              <a:ext uri="{FF2B5EF4-FFF2-40B4-BE49-F238E27FC236}">
                <a16:creationId xmlns:a16="http://schemas.microsoft.com/office/drawing/2014/main" id="{B19B8436-707E-6CB3-77F6-99B13B44DE11}"/>
              </a:ext>
            </a:extLst>
          </p:cNvPr>
          <p:cNvSpPr>
            <a:spLocks noGrp="1" noChangeArrowheads="1"/>
          </p:cNvSpPr>
          <p:nvPr>
            <p:ph type="title"/>
          </p:nvPr>
        </p:nvSpPr>
        <p:spPr>
          <a:xfrm>
            <a:off x="152400" y="576263"/>
            <a:ext cx="3954463" cy="373062"/>
          </a:xfrm>
          <a:solidFill>
            <a:srgbClr val="FFC000"/>
          </a:solidFill>
        </p:spPr>
        <p:txBody>
          <a:bodyPr/>
          <a:lstStyle/>
          <a:p>
            <a:pPr eaLnBrk="1" hangingPunct="1"/>
            <a:r>
              <a:rPr lang="en-US" altLang="en-US" sz="2400" b="1"/>
              <a:t>Bucket sort algorithm</a:t>
            </a:r>
          </a:p>
        </p:txBody>
      </p:sp>
      <p:sp>
        <p:nvSpPr>
          <p:cNvPr id="19460" name="Rectangle 3">
            <a:extLst>
              <a:ext uri="{FF2B5EF4-FFF2-40B4-BE49-F238E27FC236}">
                <a16:creationId xmlns:a16="http://schemas.microsoft.com/office/drawing/2014/main" id="{0F701F12-9475-1445-6583-B434FA018FDD}"/>
              </a:ext>
            </a:extLst>
          </p:cNvPr>
          <p:cNvSpPr>
            <a:spLocks noGrp="1" noChangeArrowheads="1"/>
          </p:cNvSpPr>
          <p:nvPr>
            <p:ph type="body" idx="1"/>
          </p:nvPr>
        </p:nvSpPr>
        <p:spPr>
          <a:xfrm>
            <a:off x="381000" y="1192213"/>
            <a:ext cx="7888288" cy="5065712"/>
          </a:xfrm>
        </p:spPr>
        <p:txBody>
          <a:bodyPr/>
          <a:lstStyle/>
          <a:p>
            <a:pPr eaLnBrk="1" hangingPunct="1">
              <a:lnSpc>
                <a:spcPct val="80000"/>
              </a:lnSpc>
              <a:buFont typeface="Wingdings" panose="05000000000000000000" pitchFamily="2" charset="2"/>
              <a:buNone/>
            </a:pPr>
            <a:r>
              <a:rPr lang="en-US" altLang="en-US" sz="2400" b="1">
                <a:latin typeface="Arial" panose="020B0604020202020204" pitchFamily="34" charset="0"/>
                <a:cs typeface="Arial" panose="020B0604020202020204" pitchFamily="34" charset="0"/>
              </a:rPr>
              <a:t>Algorithm BucketSort( S )</a:t>
            </a: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rPr>
              <a:t>( values in S are between 0 and m-1 )</a:t>
            </a:r>
            <a:br>
              <a:rPr lang="en-US" altLang="en-US" sz="2800">
                <a:latin typeface="Arial" panose="020B0604020202020204" pitchFamily="34" charset="0"/>
                <a:cs typeface="Arial" panose="020B0604020202020204" pitchFamily="34" charset="0"/>
              </a:rPr>
            </a:br>
            <a:endParaRPr lang="en-US" altLang="en-US" sz="2800">
              <a:latin typeface="Arial" panose="020B0604020202020204" pitchFamily="34" charset="0"/>
              <a:cs typeface="Arial" panose="020B0604020202020204" pitchFamily="34" charset="0"/>
            </a:endParaRP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rPr>
              <a:t>for j </a:t>
            </a:r>
            <a:r>
              <a:rPr lang="en-US" altLang="en-US" sz="2400">
                <a:latin typeface="Arial" panose="020B0604020202020204" pitchFamily="34" charset="0"/>
                <a:cs typeface="Arial" panose="020B0604020202020204" pitchFamily="34" charset="0"/>
                <a:sym typeface="Symbol" panose="05050102010706020507" pitchFamily="18" charset="2"/>
              </a:rPr>
              <a:t> 0 to m-1 do	// initialize m buckets</a:t>
            </a: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sym typeface="Symbol" panose="05050102010706020507" pitchFamily="18" charset="2"/>
              </a:rPr>
              <a:t>	b[j]  0</a:t>
            </a:r>
          </a:p>
          <a:p>
            <a:pPr eaLnBrk="1" hangingPunct="1">
              <a:lnSpc>
                <a:spcPct val="80000"/>
              </a:lnSpc>
              <a:buFont typeface="Wingdings" panose="05000000000000000000" pitchFamily="2" charset="2"/>
              <a:buNone/>
            </a:pPr>
            <a:endParaRPr lang="en-US" altLang="en-US" sz="2400">
              <a:latin typeface="Arial" panose="020B0604020202020204" pitchFamily="34" charset="0"/>
              <a:cs typeface="Arial" panose="020B0604020202020204" pitchFamily="34" charset="0"/>
            </a:endParaRP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rPr>
              <a:t>for i </a:t>
            </a:r>
            <a:r>
              <a:rPr lang="en-US" altLang="en-US" sz="2400">
                <a:latin typeface="Arial" panose="020B0604020202020204" pitchFamily="34" charset="0"/>
                <a:cs typeface="Arial" panose="020B0604020202020204" pitchFamily="34" charset="0"/>
                <a:sym typeface="Symbol" panose="05050102010706020507" pitchFamily="18" charset="2"/>
              </a:rPr>
              <a:t> 0 to n-1 do		// place elements in their</a:t>
            </a: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sym typeface="Symbol" panose="05050102010706020507" pitchFamily="18" charset="2"/>
              </a:rPr>
              <a:t>	b[S[i]]  b[S[i]]  + 1	// appropriate buckets</a:t>
            </a:r>
          </a:p>
          <a:p>
            <a:pPr eaLnBrk="1" hangingPunct="1">
              <a:lnSpc>
                <a:spcPct val="80000"/>
              </a:lnSpc>
              <a:buFont typeface="Wingdings" panose="05000000000000000000" pitchFamily="2" charset="2"/>
              <a:buNone/>
            </a:pPr>
            <a:endParaRPr lang="en-US" altLang="en-US" sz="2400">
              <a:latin typeface="Arial" panose="020B0604020202020204" pitchFamily="34" charset="0"/>
              <a:cs typeface="Arial" panose="020B0604020202020204" pitchFamily="34" charset="0"/>
            </a:endParaRP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rPr>
              <a:t>i </a:t>
            </a:r>
            <a:r>
              <a:rPr lang="en-US" altLang="en-US" sz="2400">
                <a:latin typeface="Arial" panose="020B0604020202020204" pitchFamily="34" charset="0"/>
                <a:cs typeface="Arial" panose="020B0604020202020204" pitchFamily="34" charset="0"/>
                <a:sym typeface="Symbol" panose="05050102010706020507" pitchFamily="18" charset="2"/>
              </a:rPr>
              <a:t> 0</a:t>
            </a:r>
            <a:endParaRPr lang="en-US" altLang="en-US" sz="2400">
              <a:latin typeface="Arial" panose="020B0604020202020204" pitchFamily="34" charset="0"/>
              <a:cs typeface="Arial" panose="020B0604020202020204" pitchFamily="34" charset="0"/>
            </a:endParaRP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rPr>
              <a:t>for j </a:t>
            </a:r>
            <a:r>
              <a:rPr lang="en-US" altLang="en-US" sz="2400">
                <a:latin typeface="Arial" panose="020B0604020202020204" pitchFamily="34" charset="0"/>
                <a:cs typeface="Arial" panose="020B0604020202020204" pitchFamily="34" charset="0"/>
                <a:sym typeface="Symbol" panose="05050102010706020507" pitchFamily="18" charset="2"/>
              </a:rPr>
              <a:t> 0 to m-1 do		// place elements in buckets</a:t>
            </a: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rPr>
              <a:t>	for r </a:t>
            </a:r>
            <a:r>
              <a:rPr lang="en-US" altLang="en-US" sz="2400">
                <a:latin typeface="Arial" panose="020B0604020202020204" pitchFamily="34" charset="0"/>
                <a:cs typeface="Arial" panose="020B0604020202020204" pitchFamily="34" charset="0"/>
                <a:sym typeface="Symbol" panose="05050102010706020507" pitchFamily="18" charset="2"/>
              </a:rPr>
              <a:t> 1 to b[j] do	// back in S</a:t>
            </a: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sym typeface="Symbol" panose="05050102010706020507" pitchFamily="18" charset="2"/>
              </a:rPr>
              <a:t>		S[i]  j</a:t>
            </a:r>
          </a:p>
          <a:p>
            <a:pPr eaLnBrk="1" hangingPunct="1">
              <a:lnSpc>
                <a:spcPct val="80000"/>
              </a:lnSpc>
              <a:buFont typeface="Wingdings" panose="05000000000000000000" pitchFamily="2" charset="2"/>
              <a:buNone/>
            </a:pPr>
            <a:r>
              <a:rPr lang="en-US" altLang="en-US" sz="2400">
                <a:latin typeface="Arial" panose="020B0604020202020204" pitchFamily="34" charset="0"/>
                <a:cs typeface="Arial" panose="020B0604020202020204" pitchFamily="34" charset="0"/>
                <a:sym typeface="Symbol" panose="05050102010706020507" pitchFamily="18" charset="2"/>
              </a:rPr>
              <a:t>		i  i + 1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3">
            <a:extLst>
              <a:ext uri="{FF2B5EF4-FFF2-40B4-BE49-F238E27FC236}">
                <a16:creationId xmlns:a16="http://schemas.microsoft.com/office/drawing/2014/main" id="{84AAAF0E-B4FE-6111-B4B0-AFB20D14F51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311D9E94-C533-4BAF-9A95-2FFFF0E4A411}" type="datetime1">
              <a:rPr lang="en-US" altLang="en-US" sz="1200" smtClean="0"/>
              <a:pPr>
                <a:spcBef>
                  <a:spcPct val="0"/>
                </a:spcBef>
                <a:buClrTx/>
                <a:buSzTx/>
                <a:buFontTx/>
                <a:buNone/>
              </a:pPr>
              <a:t>10/5/2025</a:t>
            </a:fld>
            <a:endParaRPr lang="en-US" altLang="en-US" sz="1200"/>
          </a:p>
        </p:txBody>
      </p:sp>
      <p:sp>
        <p:nvSpPr>
          <p:cNvPr id="20483" name="Rectangle 2">
            <a:extLst>
              <a:ext uri="{FF2B5EF4-FFF2-40B4-BE49-F238E27FC236}">
                <a16:creationId xmlns:a16="http://schemas.microsoft.com/office/drawing/2014/main" id="{AB03BCD4-3816-F05B-CDE9-5C0821714C2F}"/>
              </a:ext>
            </a:extLst>
          </p:cNvPr>
          <p:cNvSpPr>
            <a:spLocks noGrp="1" noChangeArrowheads="1"/>
          </p:cNvSpPr>
          <p:nvPr>
            <p:ph type="title"/>
          </p:nvPr>
        </p:nvSpPr>
        <p:spPr>
          <a:xfrm>
            <a:off x="476250" y="501650"/>
            <a:ext cx="3352800" cy="449263"/>
          </a:xfrm>
          <a:solidFill>
            <a:srgbClr val="FFC000"/>
          </a:solidFill>
        </p:spPr>
        <p:txBody>
          <a:bodyPr/>
          <a:lstStyle/>
          <a:p>
            <a:pPr eaLnBrk="1" hangingPunct="1"/>
            <a:r>
              <a:rPr lang="en-US" altLang="en-US" sz="2400" b="1"/>
              <a:t>Values versus entries</a:t>
            </a:r>
          </a:p>
        </p:txBody>
      </p:sp>
      <p:sp>
        <p:nvSpPr>
          <p:cNvPr id="20484" name="Rectangle 3">
            <a:extLst>
              <a:ext uri="{FF2B5EF4-FFF2-40B4-BE49-F238E27FC236}">
                <a16:creationId xmlns:a16="http://schemas.microsoft.com/office/drawing/2014/main" id="{F13CEA10-DABC-DD37-C61C-B5DBE94A6B49}"/>
              </a:ext>
            </a:extLst>
          </p:cNvPr>
          <p:cNvSpPr>
            <a:spLocks noGrp="1" noChangeArrowheads="1"/>
          </p:cNvSpPr>
          <p:nvPr>
            <p:ph type="body" idx="1"/>
          </p:nvPr>
        </p:nvSpPr>
        <p:spPr/>
        <p:txBody>
          <a:bodyPr/>
          <a:lstStyle/>
          <a:p>
            <a:pPr algn="just" eaLnBrk="1" hangingPunct="1"/>
            <a:r>
              <a:rPr lang="en-US" altLang="en-US" sz="2400">
                <a:latin typeface="Arial" panose="020B0604020202020204" pitchFamily="34" charset="0"/>
                <a:cs typeface="Arial" panose="020B0604020202020204" pitchFamily="34" charset="0"/>
              </a:rPr>
              <a:t>If we were </a:t>
            </a:r>
            <a:r>
              <a:rPr lang="en-US" altLang="en-US" sz="2400" b="1">
                <a:latin typeface="Arial" panose="020B0604020202020204" pitchFamily="34" charset="0"/>
                <a:cs typeface="Arial" panose="020B0604020202020204" pitchFamily="34" charset="0"/>
              </a:rPr>
              <a:t>sorting values</a:t>
            </a:r>
            <a:r>
              <a:rPr lang="en-US" altLang="en-US" sz="2400">
                <a:latin typeface="Arial" panose="020B0604020202020204" pitchFamily="34" charset="0"/>
                <a:cs typeface="Arial" panose="020B0604020202020204" pitchFamily="34" charset="0"/>
              </a:rPr>
              <a:t>, each </a:t>
            </a:r>
            <a:r>
              <a:rPr lang="en-US" altLang="en-US" sz="2400" i="1" u="sng">
                <a:latin typeface="Arial" panose="020B0604020202020204" pitchFamily="34" charset="0"/>
                <a:cs typeface="Arial" panose="020B0604020202020204" pitchFamily="34" charset="0"/>
              </a:rPr>
              <a:t>bucket is just a counter </a:t>
            </a:r>
            <a:r>
              <a:rPr lang="en-US" altLang="en-US" sz="2400">
                <a:latin typeface="Arial" panose="020B0604020202020204" pitchFamily="34" charset="0"/>
                <a:cs typeface="Arial" panose="020B0604020202020204" pitchFamily="34" charset="0"/>
              </a:rPr>
              <a:t>that we increment whenever a value matching the bucket’s number is encountered</a:t>
            </a:r>
          </a:p>
          <a:p>
            <a:pPr algn="just" eaLnBrk="1" hangingPunct="1"/>
            <a:endParaRPr lang="en-US" altLang="en-US" sz="2400">
              <a:latin typeface="Arial" panose="020B0604020202020204" pitchFamily="34" charset="0"/>
              <a:cs typeface="Arial" panose="020B0604020202020204" pitchFamily="34" charset="0"/>
            </a:endParaRPr>
          </a:p>
          <a:p>
            <a:pPr algn="just" eaLnBrk="1" hangingPunct="1"/>
            <a:r>
              <a:rPr lang="en-US" altLang="en-US" sz="2400">
                <a:latin typeface="Arial" panose="020B0604020202020204" pitchFamily="34" charset="0"/>
                <a:cs typeface="Arial" panose="020B0604020202020204" pitchFamily="34" charset="0"/>
              </a:rPr>
              <a:t>If we were </a:t>
            </a:r>
            <a:r>
              <a:rPr lang="en-US" altLang="en-US" sz="2400" b="1">
                <a:latin typeface="Arial" panose="020B0604020202020204" pitchFamily="34" charset="0"/>
                <a:cs typeface="Arial" panose="020B0604020202020204" pitchFamily="34" charset="0"/>
              </a:rPr>
              <a:t>sorting entries </a:t>
            </a:r>
            <a:r>
              <a:rPr lang="en-US" altLang="en-US" sz="2400">
                <a:latin typeface="Arial" panose="020B0604020202020204" pitchFamily="34" charset="0"/>
                <a:cs typeface="Arial" panose="020B0604020202020204" pitchFamily="34" charset="0"/>
              </a:rPr>
              <a:t>according to keys, then each </a:t>
            </a:r>
            <a:r>
              <a:rPr lang="en-US" altLang="en-US" sz="2400" i="1" u="sng">
                <a:latin typeface="Arial" panose="020B0604020202020204" pitchFamily="34" charset="0"/>
                <a:cs typeface="Arial" panose="020B0604020202020204" pitchFamily="34" charset="0"/>
              </a:rPr>
              <a:t>bucket is a queue</a:t>
            </a:r>
          </a:p>
          <a:p>
            <a:pPr lvl="1" algn="just" eaLnBrk="1" hangingPunct="1"/>
            <a:r>
              <a:rPr lang="en-US" altLang="en-US" sz="2400">
                <a:latin typeface="Arial" panose="020B0604020202020204" pitchFamily="34" charset="0"/>
                <a:cs typeface="Arial" panose="020B0604020202020204" pitchFamily="34" charset="0"/>
              </a:rPr>
              <a:t>Entries are enqueued into a matching bucket</a:t>
            </a:r>
          </a:p>
          <a:p>
            <a:pPr lvl="1" algn="just" eaLnBrk="1" hangingPunct="1"/>
            <a:r>
              <a:rPr lang="en-US" altLang="en-US" sz="2400">
                <a:latin typeface="Arial" panose="020B0604020202020204" pitchFamily="34" charset="0"/>
                <a:cs typeface="Arial" panose="020B0604020202020204" pitchFamily="34" charset="0"/>
              </a:rPr>
              <a:t>Entries will be dequeued back into the array after the scan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3">
            <a:extLst>
              <a:ext uri="{FF2B5EF4-FFF2-40B4-BE49-F238E27FC236}">
                <a16:creationId xmlns:a16="http://schemas.microsoft.com/office/drawing/2014/main" id="{421A0078-4F65-7798-AC6E-2EECBE1208D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36550E76-45C5-4DDB-991E-4E830353AE3B}" type="datetime1">
              <a:rPr lang="en-US" altLang="en-US" sz="1200" smtClean="0"/>
              <a:pPr>
                <a:spcBef>
                  <a:spcPct val="0"/>
                </a:spcBef>
                <a:buClrTx/>
                <a:buSzTx/>
                <a:buFontTx/>
                <a:buNone/>
              </a:pPr>
              <a:t>10/5/2025</a:t>
            </a:fld>
            <a:endParaRPr lang="en-US" altLang="en-US" sz="1200"/>
          </a:p>
        </p:txBody>
      </p:sp>
      <p:sp>
        <p:nvSpPr>
          <p:cNvPr id="21507" name="Rectangle 2">
            <a:extLst>
              <a:ext uri="{FF2B5EF4-FFF2-40B4-BE49-F238E27FC236}">
                <a16:creationId xmlns:a16="http://schemas.microsoft.com/office/drawing/2014/main" id="{6FDDA57B-5242-C0FD-DAF9-8B66F5844675}"/>
              </a:ext>
            </a:extLst>
          </p:cNvPr>
          <p:cNvSpPr>
            <a:spLocks noGrp="1" noChangeArrowheads="1"/>
          </p:cNvSpPr>
          <p:nvPr>
            <p:ph type="title"/>
          </p:nvPr>
        </p:nvSpPr>
        <p:spPr>
          <a:xfrm>
            <a:off x="304800" y="728663"/>
            <a:ext cx="7793038" cy="447675"/>
          </a:xfrm>
        </p:spPr>
        <p:txBody>
          <a:bodyPr/>
          <a:lstStyle/>
          <a:p>
            <a:pPr eaLnBrk="1" hangingPunct="1"/>
            <a:r>
              <a:rPr lang="en-US" altLang="en-US" sz="3200" b="1"/>
              <a:t>Time complexity</a:t>
            </a:r>
          </a:p>
        </p:txBody>
      </p:sp>
      <p:sp>
        <p:nvSpPr>
          <p:cNvPr id="10244" name="Rectangle 3">
            <a:extLst>
              <a:ext uri="{FF2B5EF4-FFF2-40B4-BE49-F238E27FC236}">
                <a16:creationId xmlns:a16="http://schemas.microsoft.com/office/drawing/2014/main" id="{126E4947-34AA-DDC8-7647-74324A9358DF}"/>
              </a:ext>
            </a:extLst>
          </p:cNvPr>
          <p:cNvSpPr>
            <a:spLocks noGrp="1" noChangeArrowheads="1"/>
          </p:cNvSpPr>
          <p:nvPr>
            <p:ph type="body" idx="1"/>
          </p:nvPr>
        </p:nvSpPr>
        <p:spPr>
          <a:xfrm>
            <a:off x="152400" y="2173288"/>
            <a:ext cx="8497888" cy="4760912"/>
          </a:xfrm>
        </p:spPr>
        <p:txBody>
          <a:bodyPr/>
          <a:lstStyle/>
          <a:p>
            <a:pPr eaLnBrk="1" hangingPunct="1">
              <a:defRPr/>
            </a:pPr>
            <a:r>
              <a:rPr lang="en-US" sz="2800" dirty="0">
                <a:latin typeface="Arial" pitchFamily="34" charset="0"/>
                <a:cs typeface="Arial" pitchFamily="34" charset="0"/>
              </a:rPr>
              <a:t>Bucket initialization		: O( m )</a:t>
            </a:r>
          </a:p>
          <a:p>
            <a:pPr eaLnBrk="1" hangingPunct="1">
              <a:defRPr/>
            </a:pPr>
            <a:r>
              <a:rPr lang="en-US" sz="2800" dirty="0">
                <a:latin typeface="Arial" pitchFamily="34" charset="0"/>
                <a:cs typeface="Arial" pitchFamily="34" charset="0"/>
              </a:rPr>
              <a:t>From array to buckets	: O( n )</a:t>
            </a:r>
          </a:p>
          <a:p>
            <a:pPr eaLnBrk="1" hangingPunct="1">
              <a:defRPr/>
            </a:pPr>
            <a:r>
              <a:rPr lang="en-US" sz="2800" dirty="0">
                <a:latin typeface="Arial" pitchFamily="34" charset="0"/>
                <a:cs typeface="Arial" pitchFamily="34" charset="0"/>
              </a:rPr>
              <a:t>From buckets to array	: O( n )</a:t>
            </a:r>
          </a:p>
          <a:p>
            <a:pPr lvl="1" eaLnBrk="1" hangingPunct="1">
              <a:defRPr/>
            </a:pPr>
            <a:r>
              <a:rPr lang="en-US" sz="2400" dirty="0">
                <a:latin typeface="Arial" pitchFamily="34" charset="0"/>
                <a:cs typeface="Arial" pitchFamily="34" charset="0"/>
              </a:rPr>
              <a:t>Even though this stage is a nested loop, but all we do is dequeue from each bucket until they are all empty –&gt; n dequeue operations in all</a:t>
            </a:r>
            <a:br>
              <a:rPr lang="en-US" sz="2400" dirty="0">
                <a:latin typeface="Arial" pitchFamily="34" charset="0"/>
                <a:cs typeface="Arial" pitchFamily="34" charset="0"/>
              </a:rPr>
            </a:br>
            <a:endParaRPr lang="en-US" sz="2400" dirty="0">
              <a:latin typeface="Arial" pitchFamily="34" charset="0"/>
              <a:cs typeface="Arial" pitchFamily="34" charset="0"/>
            </a:endParaRPr>
          </a:p>
          <a:p>
            <a:pPr eaLnBrk="1" hangingPunct="1">
              <a:defRPr/>
            </a:pPr>
            <a:r>
              <a:rPr lang="en-US" sz="2800" dirty="0">
                <a:latin typeface="Arial" pitchFamily="34" charset="0"/>
                <a:cs typeface="Arial" pitchFamily="34" charset="0"/>
              </a:rPr>
              <a:t>Since m will likely be small compared to n, </a:t>
            </a:r>
          </a:p>
          <a:p>
            <a:pPr marL="0" indent="0" eaLnBrk="1" hangingPunct="1">
              <a:buFont typeface="Wingdings" panose="05000000000000000000" pitchFamily="2" charset="2"/>
              <a:buNone/>
              <a:defRPr/>
            </a:pPr>
            <a:r>
              <a:rPr lang="en-US" sz="2800" dirty="0">
                <a:latin typeface="Arial" pitchFamily="34" charset="0"/>
                <a:cs typeface="Arial" pitchFamily="34" charset="0"/>
              </a:rPr>
              <a:t>    Bucket sort is O( n )</a:t>
            </a:r>
          </a:p>
          <a:p>
            <a:pPr lvl="1" eaLnBrk="1" hangingPunct="1">
              <a:defRPr/>
            </a:pPr>
            <a:r>
              <a:rPr lang="en-US" sz="2400" dirty="0">
                <a:latin typeface="Arial" pitchFamily="34" charset="0"/>
                <a:cs typeface="Arial" pitchFamily="34" charset="0"/>
              </a:rPr>
              <a:t>Strictly speaking, time complexity is O ( n + m )</a:t>
            </a:r>
          </a:p>
        </p:txBody>
      </p:sp>
      <p:sp>
        <p:nvSpPr>
          <p:cNvPr id="21509" name="Rectangle 3">
            <a:extLst>
              <a:ext uri="{FF2B5EF4-FFF2-40B4-BE49-F238E27FC236}">
                <a16:creationId xmlns:a16="http://schemas.microsoft.com/office/drawing/2014/main" id="{77E4F352-2936-2F79-3A1F-7080D6634D97}"/>
              </a:ext>
            </a:extLst>
          </p:cNvPr>
          <p:cNvSpPr txBox="1">
            <a:spLocks noChangeArrowheads="1"/>
          </p:cNvSpPr>
          <p:nvPr/>
        </p:nvSpPr>
        <p:spPr bwMode="auto">
          <a:xfrm>
            <a:off x="4953000" y="0"/>
            <a:ext cx="4191000" cy="22098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eaLnBrk="1" hangingPunct="1">
              <a:lnSpc>
                <a:spcPct val="80000"/>
              </a:lnSpc>
              <a:buFont typeface="Wingdings" panose="05000000000000000000" pitchFamily="2" charset="2"/>
              <a:buNone/>
            </a:pPr>
            <a:r>
              <a:rPr lang="en-US" altLang="en-US" sz="1400">
                <a:latin typeface="Arial" panose="020B0604020202020204" pitchFamily="34" charset="0"/>
                <a:cs typeface="Arial" panose="020B0604020202020204" pitchFamily="34" charset="0"/>
              </a:rPr>
              <a:t>Algorithm BucketSort( S )</a:t>
            </a:r>
          </a:p>
          <a:p>
            <a:pPr eaLnBrk="1" hangingPunct="1">
              <a:lnSpc>
                <a:spcPct val="80000"/>
              </a:lnSpc>
              <a:buFont typeface="Wingdings" panose="05000000000000000000" pitchFamily="2" charset="2"/>
              <a:buNone/>
            </a:pPr>
            <a:r>
              <a:rPr lang="en-US" altLang="en-US" sz="1400">
                <a:latin typeface="Arial" panose="020B0604020202020204" pitchFamily="34" charset="0"/>
                <a:cs typeface="Arial" panose="020B0604020202020204" pitchFamily="34" charset="0"/>
              </a:rPr>
              <a:t>( values in S are between 0 and m-1 )</a:t>
            </a:r>
            <a:br>
              <a:rPr lang="en-US" altLang="en-US" sz="1400">
                <a:latin typeface="Arial" panose="020B0604020202020204" pitchFamily="34" charset="0"/>
                <a:cs typeface="Arial" panose="020B0604020202020204" pitchFamily="34" charset="0"/>
              </a:rPr>
            </a:br>
            <a:endParaRPr lang="en-US" altLang="en-US" sz="1400">
              <a:latin typeface="Arial" panose="020B0604020202020204" pitchFamily="34" charset="0"/>
              <a:cs typeface="Arial" panose="020B0604020202020204" pitchFamily="34" charset="0"/>
            </a:endParaRP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rPr>
              <a:t>for j </a:t>
            </a:r>
            <a:r>
              <a:rPr lang="en-US" altLang="en-US" sz="1200">
                <a:latin typeface="Arial" panose="020B0604020202020204" pitchFamily="34" charset="0"/>
                <a:cs typeface="Arial" panose="020B0604020202020204" pitchFamily="34" charset="0"/>
                <a:sym typeface="Symbol" panose="05050102010706020507" pitchFamily="18" charset="2"/>
              </a:rPr>
              <a:t> 0 to m-1 do	// initialize m buckets</a:t>
            </a: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sym typeface="Symbol" panose="05050102010706020507" pitchFamily="18" charset="2"/>
              </a:rPr>
              <a:t>	b[j]  0</a:t>
            </a: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rPr>
              <a:t>for i </a:t>
            </a:r>
            <a:r>
              <a:rPr lang="en-US" altLang="en-US" sz="1200">
                <a:latin typeface="Arial" panose="020B0604020202020204" pitchFamily="34" charset="0"/>
                <a:cs typeface="Arial" panose="020B0604020202020204" pitchFamily="34" charset="0"/>
                <a:sym typeface="Symbol" panose="05050102010706020507" pitchFamily="18" charset="2"/>
              </a:rPr>
              <a:t> 0 to n-1 do	// place elements in their</a:t>
            </a: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sym typeface="Symbol" panose="05050102010706020507" pitchFamily="18" charset="2"/>
              </a:rPr>
              <a:t>	b[S[i]]  b[S[i]]  + 1	// appropriate buckets</a:t>
            </a: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rPr>
              <a:t>i </a:t>
            </a:r>
            <a:r>
              <a:rPr lang="en-US" altLang="en-US" sz="1200">
                <a:latin typeface="Arial" panose="020B0604020202020204" pitchFamily="34" charset="0"/>
                <a:cs typeface="Arial" panose="020B0604020202020204" pitchFamily="34" charset="0"/>
                <a:sym typeface="Symbol" panose="05050102010706020507" pitchFamily="18" charset="2"/>
              </a:rPr>
              <a:t> 0</a:t>
            </a:r>
            <a:endParaRPr lang="en-US" altLang="en-US" sz="1200">
              <a:latin typeface="Arial" panose="020B0604020202020204" pitchFamily="34" charset="0"/>
              <a:cs typeface="Arial" panose="020B0604020202020204" pitchFamily="34" charset="0"/>
            </a:endParaRP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rPr>
              <a:t>for j </a:t>
            </a:r>
            <a:r>
              <a:rPr lang="en-US" altLang="en-US" sz="1200">
                <a:latin typeface="Arial" panose="020B0604020202020204" pitchFamily="34" charset="0"/>
                <a:cs typeface="Arial" panose="020B0604020202020204" pitchFamily="34" charset="0"/>
                <a:sym typeface="Symbol" panose="05050102010706020507" pitchFamily="18" charset="2"/>
              </a:rPr>
              <a:t> 0 to m-1 do	// place elements in buckets</a:t>
            </a: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rPr>
              <a:t>	for r </a:t>
            </a:r>
            <a:r>
              <a:rPr lang="en-US" altLang="en-US" sz="1200">
                <a:latin typeface="Arial" panose="020B0604020202020204" pitchFamily="34" charset="0"/>
                <a:cs typeface="Arial" panose="020B0604020202020204" pitchFamily="34" charset="0"/>
                <a:sym typeface="Symbol" panose="05050102010706020507" pitchFamily="18" charset="2"/>
              </a:rPr>
              <a:t> 1 to b[j] do	// back in S</a:t>
            </a: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sym typeface="Symbol" panose="05050102010706020507" pitchFamily="18" charset="2"/>
              </a:rPr>
              <a:t>		S[i]  j</a:t>
            </a:r>
          </a:p>
          <a:p>
            <a:pPr eaLnBrk="1" hangingPunct="1">
              <a:lnSpc>
                <a:spcPct val="80000"/>
              </a:lnSpc>
              <a:buFont typeface="Wingdings" panose="05000000000000000000" pitchFamily="2" charset="2"/>
              <a:buNone/>
            </a:pPr>
            <a:r>
              <a:rPr lang="en-US" altLang="en-US" sz="1200">
                <a:latin typeface="Arial" panose="020B0604020202020204" pitchFamily="34" charset="0"/>
                <a:cs typeface="Arial" panose="020B0604020202020204" pitchFamily="34" charset="0"/>
                <a:sym typeface="Symbol" panose="05050102010706020507" pitchFamily="18" charset="2"/>
              </a:rPr>
              <a:t>		i  i + 10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BCDDC46-D888-4B41-15F7-7D89E11D7A13}"/>
              </a:ext>
            </a:extLst>
          </p:cNvPr>
          <p:cNvSpPr>
            <a:spLocks noGrp="1" noChangeArrowheads="1"/>
          </p:cNvSpPr>
          <p:nvPr>
            <p:ph type="title"/>
          </p:nvPr>
        </p:nvSpPr>
        <p:spPr>
          <a:xfrm>
            <a:off x="609600" y="1066800"/>
            <a:ext cx="7793038" cy="762000"/>
          </a:xfrm>
        </p:spPr>
        <p:txBody>
          <a:bodyPr/>
          <a:lstStyle/>
          <a:p>
            <a:r>
              <a:rPr lang="en-US" altLang="en-US" sz="1800" i="1"/>
              <a:t>Sort a large set of floating point numbers which are in range from 0.0 to 0.9 and are uniformly distributed across the range.</a:t>
            </a:r>
            <a:endParaRPr lang="en-US" altLang="en-US" sz="1800"/>
          </a:p>
        </p:txBody>
      </p:sp>
      <p:sp>
        <p:nvSpPr>
          <p:cNvPr id="22531" name="Date Placeholder 3">
            <a:extLst>
              <a:ext uri="{FF2B5EF4-FFF2-40B4-BE49-F238E27FC236}">
                <a16:creationId xmlns:a16="http://schemas.microsoft.com/office/drawing/2014/main" id="{58937084-DD98-7FDC-27CB-D38185F2451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47FEF614-7549-4B08-A5BE-F4B2826F2975}" type="datetime1">
              <a:rPr lang="en-US" altLang="en-US" sz="1200" smtClean="0"/>
              <a:pPr>
                <a:spcBef>
                  <a:spcPct val="0"/>
                </a:spcBef>
                <a:buClrTx/>
                <a:buSzTx/>
                <a:buFontTx/>
                <a:buNone/>
              </a:pPr>
              <a:t>10/5/2025</a:t>
            </a:fld>
            <a:endParaRPr lang="en-US" altLang="en-US" sz="1200"/>
          </a:p>
        </p:txBody>
      </p:sp>
      <p:pic>
        <p:nvPicPr>
          <p:cNvPr id="22532" name="Picture 2" descr="BucketSort">
            <a:extLst>
              <a:ext uri="{FF2B5EF4-FFF2-40B4-BE49-F238E27FC236}">
                <a16:creationId xmlns:a16="http://schemas.microsoft.com/office/drawing/2014/main" id="{F4A08C91-43EB-17B7-6C93-26C5FAD2A1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981200"/>
            <a:ext cx="7620000" cy="4621213"/>
          </a:xfrm>
          <a:noFill/>
          <a:extLst>
            <a:ext uri="{909E8E84-426E-40DD-AFC4-6F175D3DCCD1}">
              <a14:hiddenFill xmlns:a14="http://schemas.microsoft.com/office/drawing/2010/main">
                <a:solidFill>
                  <a:srgbClr val="FFFFFF"/>
                </a:solidFill>
              </a14:hiddenFill>
            </a:ext>
          </a:extLst>
        </p:spPr>
      </p:pic>
      <p:sp>
        <p:nvSpPr>
          <p:cNvPr id="22533" name="Rectangle 2">
            <a:extLst>
              <a:ext uri="{FF2B5EF4-FFF2-40B4-BE49-F238E27FC236}">
                <a16:creationId xmlns:a16="http://schemas.microsoft.com/office/drawing/2014/main" id="{6B7AC111-7960-2758-150E-0250339A5EEC}"/>
              </a:ext>
            </a:extLst>
          </p:cNvPr>
          <p:cNvSpPr txBox="1">
            <a:spLocks noChangeArrowheads="1"/>
          </p:cNvSpPr>
          <p:nvPr/>
        </p:nvSpPr>
        <p:spPr bwMode="auto">
          <a:xfrm>
            <a:off x="152400" y="466725"/>
            <a:ext cx="5791200" cy="44767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eaLnBrk="1" hangingPunct="1">
              <a:spcBef>
                <a:spcPct val="0"/>
              </a:spcBef>
              <a:buClrTx/>
              <a:buSzTx/>
              <a:buFontTx/>
              <a:buNone/>
            </a:pPr>
            <a:r>
              <a:rPr lang="en-US" altLang="en-US" sz="2800">
                <a:solidFill>
                  <a:schemeClr val="tx2"/>
                </a:solidFill>
              </a:rPr>
              <a:t>Sorting </a:t>
            </a:r>
            <a:r>
              <a:rPr lang="en-US" altLang="en-US" sz="2800" i="1">
                <a:solidFill>
                  <a:schemeClr val="tx2"/>
                </a:solidFill>
              </a:rPr>
              <a:t>floating point numbers </a:t>
            </a:r>
            <a:endParaRPr lang="en-US" altLang="en-US" sz="2800">
              <a:solidFill>
                <a:schemeClr val="tx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950161F6-8F77-CD84-7E1C-48C26A25C4DA}"/>
              </a:ext>
            </a:extLst>
          </p:cNvPr>
          <p:cNvSpPr>
            <a:spLocks noGrp="1" noChangeArrowheads="1"/>
          </p:cNvSpPr>
          <p:nvPr>
            <p:ph type="title"/>
          </p:nvPr>
        </p:nvSpPr>
        <p:spPr>
          <a:xfrm>
            <a:off x="990600" y="1676400"/>
            <a:ext cx="3276600" cy="762000"/>
          </a:xfrm>
          <a:solidFill>
            <a:schemeClr val="accent2"/>
          </a:solidFill>
        </p:spPr>
        <p:txBody>
          <a:bodyPr/>
          <a:lstStyle/>
          <a:p>
            <a:r>
              <a:rPr lang="en-US" altLang="en-US" b="1"/>
              <a:t>Radix sort</a:t>
            </a:r>
            <a:endParaRPr lang="en-IN" altLang="en-US"/>
          </a:p>
        </p:txBody>
      </p:sp>
      <p:sp>
        <p:nvSpPr>
          <p:cNvPr id="23555" name="Date Placeholder 3">
            <a:extLst>
              <a:ext uri="{FF2B5EF4-FFF2-40B4-BE49-F238E27FC236}">
                <a16:creationId xmlns:a16="http://schemas.microsoft.com/office/drawing/2014/main" id="{19BECE88-3FF5-C872-1BB8-FA3C7642169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B8863582-6889-4CCD-AE37-C5100E8C41BF}" type="datetime1">
              <a:rPr lang="en-US" altLang="en-US" sz="1200" smtClean="0"/>
              <a:pPr>
                <a:spcBef>
                  <a:spcPct val="0"/>
                </a:spcBef>
                <a:buClrTx/>
                <a:buSzTx/>
                <a:buFontTx/>
                <a:buNone/>
              </a:pPr>
              <a:t>10/5/2025</a:t>
            </a:fld>
            <a:endParaRPr lang="en-US" altLang="en-US"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Date Placeholder 3">
            <a:extLst>
              <a:ext uri="{FF2B5EF4-FFF2-40B4-BE49-F238E27FC236}">
                <a16:creationId xmlns:a16="http://schemas.microsoft.com/office/drawing/2014/main" id="{355FE471-ACFB-E77A-0C89-505F983F2D4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2F270DA4-B83B-4A47-A5D7-6BB8D674C513}" type="datetime1">
              <a:rPr lang="en-US" altLang="en-US" sz="1200" smtClean="0"/>
              <a:pPr>
                <a:spcBef>
                  <a:spcPct val="0"/>
                </a:spcBef>
                <a:buClrTx/>
                <a:buSzTx/>
                <a:buFontTx/>
                <a:buNone/>
              </a:pPr>
              <a:t>10/5/2025</a:t>
            </a:fld>
            <a:endParaRPr lang="en-US" altLang="en-US" sz="1200"/>
          </a:p>
        </p:txBody>
      </p:sp>
      <p:sp>
        <p:nvSpPr>
          <p:cNvPr id="24579" name="Rectangle 2">
            <a:extLst>
              <a:ext uri="{FF2B5EF4-FFF2-40B4-BE49-F238E27FC236}">
                <a16:creationId xmlns:a16="http://schemas.microsoft.com/office/drawing/2014/main" id="{04DC0BF1-435C-FF04-83EA-6E72BD1CC134}"/>
              </a:ext>
            </a:extLst>
          </p:cNvPr>
          <p:cNvSpPr>
            <a:spLocks noGrp="1" noChangeArrowheads="1"/>
          </p:cNvSpPr>
          <p:nvPr>
            <p:ph type="title"/>
          </p:nvPr>
        </p:nvSpPr>
        <p:spPr>
          <a:xfrm>
            <a:off x="609600" y="423863"/>
            <a:ext cx="3344863" cy="449262"/>
          </a:xfrm>
          <a:solidFill>
            <a:schemeClr val="accent2"/>
          </a:solidFill>
        </p:spPr>
        <p:txBody>
          <a:bodyPr/>
          <a:lstStyle/>
          <a:p>
            <a:pPr eaLnBrk="1" hangingPunct="1"/>
            <a:r>
              <a:rPr lang="en-US" altLang="en-US" sz="2800" b="1"/>
              <a:t>Sorting integers</a:t>
            </a:r>
          </a:p>
        </p:txBody>
      </p:sp>
      <p:sp>
        <p:nvSpPr>
          <p:cNvPr id="11268" name="Rectangle 3">
            <a:extLst>
              <a:ext uri="{FF2B5EF4-FFF2-40B4-BE49-F238E27FC236}">
                <a16:creationId xmlns:a16="http://schemas.microsoft.com/office/drawing/2014/main" id="{0DCA0197-1F65-7536-7070-6460BAAED18D}"/>
              </a:ext>
            </a:extLst>
          </p:cNvPr>
          <p:cNvSpPr>
            <a:spLocks noGrp="1" noChangeArrowheads="1"/>
          </p:cNvSpPr>
          <p:nvPr>
            <p:ph type="body" idx="1"/>
          </p:nvPr>
        </p:nvSpPr>
        <p:spPr>
          <a:xfrm>
            <a:off x="322263" y="1447800"/>
            <a:ext cx="8621712" cy="4760913"/>
          </a:xfrm>
        </p:spPr>
        <p:txBody>
          <a:bodyPr/>
          <a:lstStyle/>
          <a:p>
            <a:pPr algn="just" eaLnBrk="1" hangingPunct="1">
              <a:defRPr/>
            </a:pPr>
            <a:r>
              <a:rPr lang="en-US" sz="2000" b="1" dirty="0">
                <a:latin typeface="Arial" pitchFamily="34" charset="0"/>
                <a:cs typeface="Arial" pitchFamily="34" charset="0"/>
              </a:rPr>
              <a:t>To perform bucket sort on any array of (non-negative) integers?</a:t>
            </a:r>
          </a:p>
          <a:p>
            <a:pPr marL="457200" lvl="1" indent="0" algn="just" eaLnBrk="1" hangingPunct="1">
              <a:buFont typeface="Wingdings" panose="05000000000000000000" pitchFamily="2" charset="2"/>
              <a:buNone/>
              <a:defRPr/>
            </a:pPr>
            <a:endParaRPr lang="en-US" sz="2400" dirty="0">
              <a:latin typeface="Arial" pitchFamily="34" charset="0"/>
              <a:cs typeface="Arial" pitchFamily="34" charset="0"/>
            </a:endParaRPr>
          </a:p>
          <a:p>
            <a:pPr marL="457200" lvl="1" indent="0" algn="just" eaLnBrk="1" hangingPunct="1">
              <a:buFont typeface="Wingdings" panose="05000000000000000000" pitchFamily="2" charset="2"/>
              <a:buNone/>
              <a:defRPr/>
            </a:pPr>
            <a:r>
              <a:rPr lang="en-US" sz="2400" b="1" dirty="0">
                <a:latin typeface="Arial" pitchFamily="34" charset="0"/>
                <a:cs typeface="Arial" pitchFamily="34" charset="0"/>
                <a:sym typeface="Wingdings" panose="05000000000000000000" pitchFamily="2" charset="2"/>
              </a:rPr>
              <a:t></a:t>
            </a:r>
            <a:r>
              <a:rPr lang="en-US" sz="2000" b="1" u="sng" dirty="0">
                <a:latin typeface="Arial" pitchFamily="34" charset="0"/>
                <a:cs typeface="Arial" pitchFamily="34" charset="0"/>
              </a:rPr>
              <a:t>number of buckets will depend on the maximum integer value</a:t>
            </a:r>
          </a:p>
          <a:p>
            <a:pPr lvl="1" algn="just" eaLnBrk="1" hangingPunct="1">
              <a:defRPr/>
            </a:pPr>
            <a:endParaRPr lang="en-US" sz="2400" dirty="0">
              <a:latin typeface="Arial" pitchFamily="34" charset="0"/>
              <a:cs typeface="Arial" pitchFamily="34" charset="0"/>
            </a:endParaRPr>
          </a:p>
          <a:p>
            <a:pPr marL="0" indent="0" algn="just" eaLnBrk="1" hangingPunct="1">
              <a:buFont typeface="Wingdings" panose="05000000000000000000" pitchFamily="2" charset="2"/>
              <a:buNone/>
              <a:defRPr/>
            </a:pPr>
            <a:r>
              <a:rPr lang="en-US" sz="2400" i="1" dirty="0">
                <a:latin typeface="Arial" pitchFamily="34" charset="0"/>
                <a:cs typeface="Arial" pitchFamily="34" charset="0"/>
              </a:rPr>
              <a:t>Example</a:t>
            </a:r>
          </a:p>
          <a:p>
            <a:pPr algn="just" eaLnBrk="1" hangingPunct="1">
              <a:defRPr/>
            </a:pPr>
            <a:r>
              <a:rPr lang="en-US" sz="2400" dirty="0">
                <a:latin typeface="Arial" pitchFamily="34" charset="0"/>
                <a:cs typeface="Arial" pitchFamily="34" charset="0"/>
              </a:rPr>
              <a:t>sorting </a:t>
            </a:r>
            <a:r>
              <a:rPr lang="en-US" sz="2400" b="1" i="1" dirty="0">
                <a:latin typeface="Arial" pitchFamily="34" charset="0"/>
                <a:cs typeface="Arial" pitchFamily="34" charset="0"/>
              </a:rPr>
              <a:t>1000</a:t>
            </a:r>
            <a:r>
              <a:rPr lang="en-US" sz="2400" dirty="0">
                <a:latin typeface="Arial" pitchFamily="34" charset="0"/>
                <a:cs typeface="Arial" pitchFamily="34" charset="0"/>
              </a:rPr>
              <a:t> integers and the maximum value is </a:t>
            </a:r>
            <a:r>
              <a:rPr lang="en-US" sz="2400" b="1" i="1" dirty="0">
                <a:latin typeface="Arial" pitchFamily="34" charset="0"/>
                <a:cs typeface="Arial" pitchFamily="34" charset="0"/>
              </a:rPr>
              <a:t>999999</a:t>
            </a:r>
            <a:r>
              <a:rPr lang="en-US" sz="2400" dirty="0">
                <a:latin typeface="Arial" pitchFamily="34" charset="0"/>
                <a:cs typeface="Arial" pitchFamily="34" charset="0"/>
              </a:rPr>
              <a:t>, you will need </a:t>
            </a:r>
            <a:r>
              <a:rPr lang="en-US" sz="2400" i="1" u="sng" dirty="0">
                <a:latin typeface="Arial" pitchFamily="34" charset="0"/>
                <a:cs typeface="Arial" pitchFamily="34" charset="0"/>
              </a:rPr>
              <a:t>1 million </a:t>
            </a:r>
            <a:r>
              <a:rPr lang="en-US" sz="2400" dirty="0">
                <a:latin typeface="Arial" pitchFamily="34" charset="0"/>
                <a:cs typeface="Arial" pitchFamily="34" charset="0"/>
              </a:rPr>
              <a:t>buckets!</a:t>
            </a:r>
          </a:p>
          <a:p>
            <a:pPr algn="just" eaLnBrk="1" hangingPunct="1">
              <a:defRPr/>
            </a:pPr>
            <a:endParaRPr lang="en-US" sz="2400" dirty="0">
              <a:latin typeface="Arial" pitchFamily="34" charset="0"/>
              <a:cs typeface="Arial" pitchFamily="34" charset="0"/>
            </a:endParaRPr>
          </a:p>
          <a:p>
            <a:pPr algn="just" eaLnBrk="1" hangingPunct="1">
              <a:defRPr/>
            </a:pPr>
            <a:r>
              <a:rPr lang="en-US" sz="2400" dirty="0">
                <a:latin typeface="Arial" pitchFamily="34" charset="0"/>
                <a:cs typeface="Arial" pitchFamily="34" charset="0"/>
              </a:rPr>
              <a:t>Time complexity is not really </a:t>
            </a:r>
            <a:r>
              <a:rPr lang="en-US" sz="2400" b="1" i="1" dirty="0">
                <a:latin typeface="Arial" pitchFamily="34" charset="0"/>
                <a:cs typeface="Arial" pitchFamily="34" charset="0"/>
              </a:rPr>
              <a:t>O( n ) </a:t>
            </a:r>
          </a:p>
          <a:p>
            <a:pPr algn="just" eaLnBrk="1" hangingPunct="1">
              <a:defRPr/>
            </a:pPr>
            <a:r>
              <a:rPr lang="en-US" sz="2400" dirty="0">
                <a:latin typeface="Arial" pitchFamily="34" charset="0"/>
                <a:cs typeface="Arial" pitchFamily="34" charset="0"/>
              </a:rPr>
              <a:t>because </a:t>
            </a:r>
            <a:r>
              <a:rPr lang="en-US" sz="2400" b="1" dirty="0">
                <a:latin typeface="Arial" pitchFamily="34" charset="0"/>
                <a:cs typeface="Arial" pitchFamily="34" charset="0"/>
              </a:rPr>
              <a:t>m &gt;&gt;&gt;n, </a:t>
            </a:r>
            <a:r>
              <a:rPr lang="en-US" sz="2400" dirty="0">
                <a:latin typeface="Arial" pitchFamily="34" charset="0"/>
                <a:cs typeface="Arial" pitchFamily="34" charset="0"/>
              </a:rPr>
              <a:t> actual time complexity is </a:t>
            </a:r>
            <a:r>
              <a:rPr lang="en-US" sz="2400" b="1" dirty="0">
                <a:latin typeface="Arial" pitchFamily="34" charset="0"/>
                <a:cs typeface="Arial" pitchFamily="34" charset="0"/>
              </a:rPr>
              <a:t>O( m )</a:t>
            </a:r>
          </a:p>
          <a:p>
            <a:pPr algn="just" eaLnBrk="1" hangingPunct="1">
              <a:defRPr/>
            </a:pPr>
            <a:endParaRPr lang="en-US" sz="2400" dirty="0">
              <a:latin typeface="Arial" pitchFamily="34" charset="0"/>
              <a:cs typeface="Arial" pitchFamily="34" charset="0"/>
            </a:endParaRPr>
          </a:p>
          <a:p>
            <a:pPr marL="0" indent="0" algn="ctr" eaLnBrk="1" hangingPunct="1">
              <a:buFont typeface="Wingdings" panose="05000000000000000000" pitchFamily="2" charset="2"/>
              <a:buNone/>
              <a:defRPr/>
            </a:pPr>
            <a:r>
              <a:rPr lang="en-US" sz="2400" b="1" dirty="0">
                <a:latin typeface="Arial" pitchFamily="34" charset="0"/>
                <a:cs typeface="Arial" pitchFamily="34" charset="0"/>
              </a:rPr>
              <a:t>Can we do better?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Date Placeholder 3">
            <a:extLst>
              <a:ext uri="{FF2B5EF4-FFF2-40B4-BE49-F238E27FC236}">
                <a16:creationId xmlns:a16="http://schemas.microsoft.com/office/drawing/2014/main" id="{01B5DB60-CBB1-F952-BC34-954EA3B765F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E4208270-845D-44A6-97BD-ABC7115D7D98}" type="datetime1">
              <a:rPr lang="en-US" altLang="en-US" sz="1200" smtClean="0"/>
              <a:pPr>
                <a:spcBef>
                  <a:spcPct val="0"/>
                </a:spcBef>
                <a:buClrTx/>
                <a:buSzTx/>
                <a:buFontTx/>
                <a:buNone/>
              </a:pPr>
              <a:t>10/5/2025</a:t>
            </a:fld>
            <a:endParaRPr lang="en-US" altLang="en-US" sz="1200"/>
          </a:p>
        </p:txBody>
      </p:sp>
      <p:sp>
        <p:nvSpPr>
          <p:cNvPr id="25603" name="Rectangle 2">
            <a:extLst>
              <a:ext uri="{FF2B5EF4-FFF2-40B4-BE49-F238E27FC236}">
                <a16:creationId xmlns:a16="http://schemas.microsoft.com/office/drawing/2014/main" id="{8B41C7D5-DAF7-72FF-0C06-5AE68EC19A0F}"/>
              </a:ext>
            </a:extLst>
          </p:cNvPr>
          <p:cNvSpPr>
            <a:spLocks noGrp="1" noChangeArrowheads="1"/>
          </p:cNvSpPr>
          <p:nvPr>
            <p:ph type="title"/>
          </p:nvPr>
        </p:nvSpPr>
        <p:spPr>
          <a:xfrm>
            <a:off x="838200" y="381000"/>
            <a:ext cx="2278063" cy="481013"/>
          </a:xfrm>
          <a:solidFill>
            <a:schemeClr val="accent2"/>
          </a:solidFill>
        </p:spPr>
        <p:txBody>
          <a:bodyPr/>
          <a:lstStyle/>
          <a:p>
            <a:pPr eaLnBrk="1" hangingPunct="1"/>
            <a:r>
              <a:rPr lang="en-US" altLang="en-US" sz="3200" b="1"/>
              <a:t>Radix </a:t>
            </a:r>
            <a:r>
              <a:rPr lang="en-US" altLang="en-US" sz="2800" b="1"/>
              <a:t>sort</a:t>
            </a:r>
            <a:endParaRPr lang="en-US" altLang="en-US" sz="3200" b="1"/>
          </a:p>
        </p:txBody>
      </p:sp>
      <p:sp>
        <p:nvSpPr>
          <p:cNvPr id="16388" name="Rectangle 3">
            <a:extLst>
              <a:ext uri="{FF2B5EF4-FFF2-40B4-BE49-F238E27FC236}">
                <a16:creationId xmlns:a16="http://schemas.microsoft.com/office/drawing/2014/main" id="{C2B4AED8-1B2C-6022-6BE6-5358D136C2B9}"/>
              </a:ext>
            </a:extLst>
          </p:cNvPr>
          <p:cNvSpPr>
            <a:spLocks noGrp="1" noChangeArrowheads="1"/>
          </p:cNvSpPr>
          <p:nvPr>
            <p:ph type="body" idx="1"/>
          </p:nvPr>
        </p:nvSpPr>
        <p:spPr>
          <a:xfrm>
            <a:off x="304800" y="838200"/>
            <a:ext cx="8497888" cy="4760913"/>
          </a:xfrm>
        </p:spPr>
        <p:txBody>
          <a:bodyPr/>
          <a:lstStyle/>
          <a:p>
            <a:pPr marL="0" indent="0" eaLnBrk="1" hangingPunct="1">
              <a:buFont typeface="Wingdings" panose="05000000000000000000" pitchFamily="2" charset="2"/>
              <a:buNone/>
              <a:defRPr/>
            </a:pPr>
            <a:r>
              <a:rPr lang="en-US" sz="2400" b="1" dirty="0">
                <a:latin typeface="Arial" pitchFamily="34" charset="0"/>
                <a:cs typeface="Arial" pitchFamily="34" charset="0"/>
              </a:rPr>
              <a:t>Idea:  </a:t>
            </a:r>
          </a:p>
          <a:p>
            <a:pPr algn="just" eaLnBrk="1" hangingPunct="1">
              <a:defRPr/>
            </a:pPr>
            <a:r>
              <a:rPr lang="en-US" sz="2400" dirty="0">
                <a:latin typeface="Arial" pitchFamily="34" charset="0"/>
                <a:cs typeface="Arial" pitchFamily="34" charset="0"/>
              </a:rPr>
              <a:t>repeatedly sort by digit—</a:t>
            </a:r>
          </a:p>
          <a:p>
            <a:pPr algn="just" eaLnBrk="1" hangingPunct="1">
              <a:defRPr/>
            </a:pPr>
            <a:r>
              <a:rPr lang="en-US" sz="2400" dirty="0">
                <a:latin typeface="Arial" pitchFamily="34" charset="0"/>
                <a:cs typeface="Arial" pitchFamily="34" charset="0"/>
              </a:rPr>
              <a:t>perform multiple bucket sorts on S starting with the rightmost digit</a:t>
            </a:r>
          </a:p>
          <a:p>
            <a:pPr algn="just" eaLnBrk="1" hangingPunct="1">
              <a:defRPr/>
            </a:pPr>
            <a:endParaRPr lang="en-US" sz="2400" dirty="0">
              <a:latin typeface="Arial" pitchFamily="34" charset="0"/>
              <a:cs typeface="Arial" pitchFamily="34" charset="0"/>
            </a:endParaRPr>
          </a:p>
          <a:p>
            <a:pPr algn="just" eaLnBrk="1" hangingPunct="1">
              <a:defRPr/>
            </a:pPr>
            <a:r>
              <a:rPr lang="en-US" sz="2400" dirty="0">
                <a:latin typeface="Arial" pitchFamily="34" charset="0"/>
                <a:cs typeface="Arial" pitchFamily="34" charset="0"/>
              </a:rPr>
              <a:t>If maximum value is 999999, only ten buckets will be necessary  (not 1 million)</a:t>
            </a:r>
          </a:p>
          <a:p>
            <a:pPr algn="just" eaLnBrk="1" hangingPunct="1">
              <a:defRPr/>
            </a:pPr>
            <a:endParaRPr lang="en-US" sz="2400" dirty="0">
              <a:latin typeface="Arial" pitchFamily="34" charset="0"/>
              <a:cs typeface="Arial" pitchFamily="34" charset="0"/>
            </a:endParaRPr>
          </a:p>
          <a:p>
            <a:pPr algn="just" eaLnBrk="1" hangingPunct="1">
              <a:defRPr/>
            </a:pPr>
            <a:r>
              <a:rPr lang="en-US" sz="2400" dirty="0">
                <a:latin typeface="Arial" pitchFamily="34" charset="0"/>
                <a:cs typeface="Arial" pitchFamily="34" charset="0"/>
              </a:rPr>
              <a:t>Use this strategy when the keys are integers, and there is a reasonable limit on their values</a:t>
            </a:r>
          </a:p>
          <a:p>
            <a:pPr lvl="1" algn="just" eaLnBrk="1" hangingPunct="1">
              <a:defRPr/>
            </a:pPr>
            <a:r>
              <a:rPr lang="en-US" sz="2400" b="1" dirty="0">
                <a:latin typeface="Arial" pitchFamily="34" charset="0"/>
                <a:cs typeface="Arial" pitchFamily="34" charset="0"/>
              </a:rPr>
              <a:t>Number of passes </a:t>
            </a:r>
            <a:r>
              <a:rPr lang="en-US" sz="2400" dirty="0">
                <a:latin typeface="Arial" pitchFamily="34" charset="0"/>
                <a:cs typeface="Arial" pitchFamily="34" charset="0"/>
              </a:rPr>
              <a:t>(bucket sort stages) will </a:t>
            </a:r>
            <a:r>
              <a:rPr lang="en-US" sz="2400" i="1" u="sng" dirty="0">
                <a:latin typeface="Arial" pitchFamily="34" charset="0"/>
                <a:cs typeface="Arial" pitchFamily="34" charset="0"/>
              </a:rPr>
              <a:t>depend on the number of digits in the maximum value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e Placeholder 3">
            <a:extLst>
              <a:ext uri="{FF2B5EF4-FFF2-40B4-BE49-F238E27FC236}">
                <a16:creationId xmlns:a16="http://schemas.microsoft.com/office/drawing/2014/main" id="{21DDD134-179A-4D6A-0CE0-A80E5732BAAC}"/>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634D925C-17F7-45D9-9D49-6C52662132C6}" type="datetime1">
              <a:rPr lang="en-US" altLang="en-US" sz="1200" smtClean="0"/>
              <a:pPr>
                <a:spcBef>
                  <a:spcPct val="0"/>
                </a:spcBef>
                <a:buClrTx/>
                <a:buSzTx/>
                <a:buFontTx/>
                <a:buNone/>
              </a:pPr>
              <a:t>10/5/2025</a:t>
            </a:fld>
            <a:endParaRPr lang="en-US" altLang="en-US" sz="1200"/>
          </a:p>
        </p:txBody>
      </p:sp>
      <p:sp>
        <p:nvSpPr>
          <p:cNvPr id="26627" name="TextBox 5">
            <a:extLst>
              <a:ext uri="{FF2B5EF4-FFF2-40B4-BE49-F238E27FC236}">
                <a16:creationId xmlns:a16="http://schemas.microsoft.com/office/drawing/2014/main" id="{98B23896-A8D2-9F6F-DDE0-5616BB33B1DB}"/>
              </a:ext>
            </a:extLst>
          </p:cNvPr>
          <p:cNvSpPr txBox="1">
            <a:spLocks noChangeArrowheads="1"/>
          </p:cNvSpPr>
          <p:nvPr/>
        </p:nvSpPr>
        <p:spPr bwMode="auto">
          <a:xfrm>
            <a:off x="228600" y="1136650"/>
            <a:ext cx="8610600" cy="5046663"/>
          </a:xfrm>
          <a:prstGeom prst="rect">
            <a:avLst/>
          </a:prstGeom>
          <a:noFill/>
          <a:ln>
            <a:noFill/>
          </a:ln>
        </p:spPr>
        <p:txBody>
          <a:bodyPr>
            <a:spAutoFit/>
          </a:bodyPr>
          <a:lstStyle>
            <a:lvl1pPr>
              <a:defRPr sz="2000" b="1">
                <a:solidFill>
                  <a:schemeClr val="tx2"/>
                </a:solidFill>
                <a:latin typeface="Comic Sans MS" panose="030F0702030302020204" pitchFamily="66" charset="0"/>
              </a:defRPr>
            </a:lvl1pPr>
            <a:lvl2pPr marL="742950" indent="-285750">
              <a:defRPr sz="2000" b="1">
                <a:solidFill>
                  <a:schemeClr val="tx2"/>
                </a:solidFill>
                <a:latin typeface="Comic Sans MS" panose="030F0702030302020204" pitchFamily="66" charset="0"/>
              </a:defRPr>
            </a:lvl2pPr>
            <a:lvl3pPr marL="1143000" indent="-228600">
              <a:defRPr sz="2000" b="1">
                <a:solidFill>
                  <a:schemeClr val="tx2"/>
                </a:solidFill>
                <a:latin typeface="Comic Sans MS" panose="030F0702030302020204" pitchFamily="66" charset="0"/>
              </a:defRPr>
            </a:lvl3pPr>
            <a:lvl4pPr marL="1600200" indent="-228600">
              <a:defRPr sz="2000" b="1">
                <a:solidFill>
                  <a:schemeClr val="tx2"/>
                </a:solidFill>
                <a:latin typeface="Comic Sans MS" panose="030F0702030302020204" pitchFamily="66" charset="0"/>
              </a:defRPr>
            </a:lvl4pPr>
            <a:lvl5pPr marL="2057400" indent="-228600">
              <a:defRPr sz="2000" b="1">
                <a:solidFill>
                  <a:schemeClr val="tx2"/>
                </a:solidFill>
                <a:latin typeface="Comic Sans MS" panose="030F0702030302020204" pitchFamily="66" charset="0"/>
              </a:defRPr>
            </a:lvl5pPr>
            <a:lvl6pPr marL="2514600" indent="-228600" eaLnBrk="0" fontAlgn="base" hangingPunct="0">
              <a:spcBef>
                <a:spcPct val="0"/>
              </a:spcBef>
              <a:spcAft>
                <a:spcPct val="0"/>
              </a:spcAft>
              <a:defRPr sz="2000" b="1">
                <a:solidFill>
                  <a:schemeClr val="tx2"/>
                </a:solidFill>
                <a:latin typeface="Comic Sans MS" panose="030F0702030302020204" pitchFamily="66" charset="0"/>
              </a:defRPr>
            </a:lvl6pPr>
            <a:lvl7pPr marL="2971800" indent="-228600" eaLnBrk="0" fontAlgn="base" hangingPunct="0">
              <a:spcBef>
                <a:spcPct val="0"/>
              </a:spcBef>
              <a:spcAft>
                <a:spcPct val="0"/>
              </a:spcAft>
              <a:defRPr sz="2000" b="1">
                <a:solidFill>
                  <a:schemeClr val="tx2"/>
                </a:solidFill>
                <a:latin typeface="Comic Sans MS" panose="030F0702030302020204" pitchFamily="66" charset="0"/>
              </a:defRPr>
            </a:lvl7pPr>
            <a:lvl8pPr marL="3429000" indent="-228600" eaLnBrk="0" fontAlgn="base" hangingPunct="0">
              <a:spcBef>
                <a:spcPct val="0"/>
              </a:spcBef>
              <a:spcAft>
                <a:spcPct val="0"/>
              </a:spcAft>
              <a:defRPr sz="2000" b="1">
                <a:solidFill>
                  <a:schemeClr val="tx2"/>
                </a:solidFill>
                <a:latin typeface="Comic Sans MS" panose="030F0702030302020204" pitchFamily="66" charset="0"/>
              </a:defRPr>
            </a:lvl8pPr>
            <a:lvl9pPr marL="3886200" indent="-228600" eaLnBrk="0" fontAlgn="base" hangingPunct="0">
              <a:spcBef>
                <a:spcPct val="0"/>
              </a:spcBef>
              <a:spcAft>
                <a:spcPct val="0"/>
              </a:spcAft>
              <a:defRPr sz="2000" b="1">
                <a:solidFill>
                  <a:schemeClr val="tx2"/>
                </a:solidFill>
                <a:latin typeface="Comic Sans MS" panose="030F0702030302020204" pitchFamily="66" charset="0"/>
              </a:defRPr>
            </a:lvl9pPr>
          </a:lstStyle>
          <a:p>
            <a:pPr algn="just">
              <a:buFont typeface="Comic Sans MS" panose="030F0702030302020204" pitchFamily="66" charset="0"/>
              <a:buAutoNum type="arabicPeriod"/>
              <a:defRPr/>
            </a:pPr>
            <a:r>
              <a:rPr lang="en-US" altLang="en-US" sz="1600" b="0" dirty="0">
                <a:solidFill>
                  <a:srgbClr val="C00000"/>
                </a:solidFill>
                <a:latin typeface="Arial" panose="020B0604020202020204" pitchFamily="34" charset="0"/>
                <a:cs typeface="Arial" panose="020B0604020202020204" pitchFamily="34" charset="0"/>
              </a:rPr>
              <a:t> Determine the maximum number of digits or characters in the elements to be sorted. You can do this by finding the maximum element and counting its digits or characters.</a:t>
            </a:r>
          </a:p>
          <a:p>
            <a:pPr algn="just">
              <a:buFont typeface="Comic Sans MS" panose="030F0702030302020204" pitchFamily="66" charset="0"/>
              <a:buAutoNum type="arabicPeriod"/>
              <a:defRPr/>
            </a:pPr>
            <a:endParaRPr lang="en-US" altLang="en-US" sz="1600" b="0" dirty="0">
              <a:solidFill>
                <a:srgbClr val="374151"/>
              </a:solidFill>
              <a:latin typeface="Arial" panose="020B0604020202020204" pitchFamily="34" charset="0"/>
              <a:cs typeface="Arial" panose="020B0604020202020204" pitchFamily="34" charset="0"/>
            </a:endParaRPr>
          </a:p>
          <a:p>
            <a:pPr algn="just">
              <a:buFont typeface="Comic Sans MS" panose="030F0702030302020204" pitchFamily="66" charset="0"/>
              <a:buAutoNum type="arabicPeriod"/>
              <a:defRPr/>
            </a:pPr>
            <a:r>
              <a:rPr lang="en-US" altLang="en-US" sz="1600" b="0" dirty="0">
                <a:solidFill>
                  <a:schemeClr val="tx1"/>
                </a:solidFill>
                <a:latin typeface="Arial" panose="020B0604020202020204" pitchFamily="34" charset="0"/>
                <a:cs typeface="Arial" panose="020B0604020202020204" pitchFamily="34" charset="0"/>
              </a:rPr>
              <a:t> Initialize ten buckets (0 to 9) for decimal digits or 256 buckets (0 to 255) for characters in a byte, one for each possible digit or character value.</a:t>
            </a:r>
          </a:p>
          <a:p>
            <a:pPr algn="just">
              <a:buFont typeface="Comic Sans MS" panose="030F0702030302020204" pitchFamily="66" charset="0"/>
              <a:buAutoNum type="arabicPeriod"/>
              <a:defRPr/>
            </a:pPr>
            <a:endParaRPr lang="en-US" altLang="en-US" sz="1600" b="0" dirty="0">
              <a:solidFill>
                <a:srgbClr val="374151"/>
              </a:solidFill>
              <a:latin typeface="Arial" panose="020B0604020202020204" pitchFamily="34" charset="0"/>
              <a:cs typeface="Arial" panose="020B0604020202020204" pitchFamily="34" charset="0"/>
            </a:endParaRPr>
          </a:p>
          <a:p>
            <a:pPr algn="just">
              <a:buFont typeface="Comic Sans MS" panose="030F0702030302020204" pitchFamily="66" charset="0"/>
              <a:buAutoNum type="arabicPeriod"/>
              <a:defRPr/>
            </a:pPr>
            <a:r>
              <a:rPr lang="en-US" altLang="en-US" sz="1600" b="0" dirty="0">
                <a:solidFill>
                  <a:srgbClr val="FF0000"/>
                </a:solidFill>
                <a:latin typeface="Arial" panose="020B0604020202020204" pitchFamily="34" charset="0"/>
                <a:cs typeface="Arial" panose="020B0604020202020204" pitchFamily="34" charset="0"/>
              </a:rPr>
              <a:t> Start from the least significant digit or character position and perform the following steps for each digit or character position, moving from right to left:</a:t>
            </a:r>
          </a:p>
          <a:p>
            <a:pPr algn="just">
              <a:defRPr/>
            </a:pPr>
            <a:endParaRPr lang="en-US" altLang="en-US" sz="1600" b="0" dirty="0">
              <a:solidFill>
                <a:srgbClr val="FF0000"/>
              </a:solidFill>
              <a:latin typeface="Arial" panose="020B0604020202020204" pitchFamily="34" charset="0"/>
              <a:cs typeface="Arial" panose="020B0604020202020204" pitchFamily="34" charset="0"/>
            </a:endParaRPr>
          </a:p>
          <a:p>
            <a:pPr algn="just">
              <a:defRPr/>
            </a:pPr>
            <a:r>
              <a:rPr lang="en-US" altLang="en-US" sz="1600" b="0" dirty="0">
                <a:solidFill>
                  <a:srgbClr val="FF0000"/>
                </a:solidFill>
                <a:latin typeface="Arial" panose="020B0604020202020204" pitchFamily="34" charset="0"/>
                <a:cs typeface="Arial" panose="020B0604020202020204" pitchFamily="34" charset="0"/>
              </a:rPr>
              <a:t>    a. Place each element in the appropriate bucket based on the value of the current digit or  character position. For example, if sorting integers, place an integer in the bucket corresponding to the value of its current digit.</a:t>
            </a:r>
          </a:p>
          <a:p>
            <a:pPr algn="just">
              <a:defRPr/>
            </a:pPr>
            <a:endParaRPr lang="en-US" altLang="en-US" sz="1600" b="0" dirty="0">
              <a:solidFill>
                <a:srgbClr val="FF0000"/>
              </a:solidFill>
              <a:latin typeface="Arial" panose="020B0604020202020204" pitchFamily="34" charset="0"/>
              <a:cs typeface="Arial" panose="020B0604020202020204" pitchFamily="34" charset="0"/>
            </a:endParaRPr>
          </a:p>
          <a:p>
            <a:pPr algn="just">
              <a:defRPr/>
            </a:pPr>
            <a:r>
              <a:rPr lang="en-US" altLang="en-US" sz="1600" b="0" dirty="0">
                <a:solidFill>
                  <a:srgbClr val="FF0000"/>
                </a:solidFill>
                <a:latin typeface="Arial" panose="020B0604020202020204" pitchFamily="34" charset="0"/>
                <a:cs typeface="Arial" panose="020B0604020202020204" pitchFamily="34" charset="0"/>
              </a:rPr>
              <a:t>     b. Collect the elements from the buckets in the order they were placed. This step preserves the order of elements with the same digit or character values.</a:t>
            </a:r>
          </a:p>
          <a:p>
            <a:pPr algn="just">
              <a:defRPr/>
            </a:pPr>
            <a:endParaRPr lang="en-US" altLang="en-US" sz="1600" b="0" dirty="0">
              <a:solidFill>
                <a:srgbClr val="374151"/>
              </a:solidFill>
              <a:latin typeface="Arial" panose="020B0604020202020204" pitchFamily="34" charset="0"/>
              <a:cs typeface="Arial" panose="020B0604020202020204" pitchFamily="34" charset="0"/>
            </a:endParaRPr>
          </a:p>
          <a:p>
            <a:pPr algn="just">
              <a:defRPr/>
            </a:pPr>
            <a:r>
              <a:rPr lang="en-US" altLang="en-US" sz="1600" b="0" dirty="0">
                <a:solidFill>
                  <a:srgbClr val="008000"/>
                </a:solidFill>
                <a:latin typeface="Arial" panose="020B0604020202020204" pitchFamily="34" charset="0"/>
                <a:cs typeface="Arial" panose="020B0604020202020204" pitchFamily="34" charset="0"/>
              </a:rPr>
              <a:t>4. Repeat step 3 for each digit or character position, moving from the least significant to the most significant.</a:t>
            </a:r>
          </a:p>
          <a:p>
            <a:pPr algn="just">
              <a:buFont typeface="Comic Sans MS" panose="030F0702030302020204" pitchFamily="66" charset="0"/>
              <a:buAutoNum type="arabicPeriod"/>
              <a:defRPr/>
            </a:pPr>
            <a:endParaRPr lang="en-US" altLang="en-US" sz="1600" b="0" dirty="0">
              <a:solidFill>
                <a:srgbClr val="374151"/>
              </a:solidFill>
              <a:latin typeface="Arial" panose="020B0604020202020204" pitchFamily="34" charset="0"/>
              <a:cs typeface="Arial" panose="020B0604020202020204" pitchFamily="34" charset="0"/>
            </a:endParaRPr>
          </a:p>
          <a:p>
            <a:pPr algn="just">
              <a:defRPr/>
            </a:pPr>
            <a:r>
              <a:rPr lang="en-US" altLang="en-US" sz="1600" b="0" dirty="0">
                <a:solidFill>
                  <a:schemeClr val="tx2">
                    <a:lumMod val="60000"/>
                    <a:lumOff val="40000"/>
                  </a:schemeClr>
                </a:solidFill>
                <a:latin typeface="Arial" panose="020B0604020202020204" pitchFamily="34" charset="0"/>
                <a:cs typeface="Arial" panose="020B0604020202020204" pitchFamily="34" charset="0"/>
              </a:rPr>
              <a:t>5. After processing all digit or character positions, the array will be sorted</a:t>
            </a:r>
            <a:r>
              <a:rPr lang="en-US" altLang="en-US" sz="1800" b="0" dirty="0">
                <a:solidFill>
                  <a:schemeClr val="tx2">
                    <a:lumMod val="60000"/>
                    <a:lumOff val="40000"/>
                  </a:schemeClr>
                </a:solidFill>
                <a:latin typeface="Söhne"/>
              </a:rPr>
              <a:t>.</a:t>
            </a:r>
          </a:p>
        </p:txBody>
      </p:sp>
      <p:sp>
        <p:nvSpPr>
          <p:cNvPr id="26628" name="TextBox 7">
            <a:extLst>
              <a:ext uri="{FF2B5EF4-FFF2-40B4-BE49-F238E27FC236}">
                <a16:creationId xmlns:a16="http://schemas.microsoft.com/office/drawing/2014/main" id="{0EAADAAD-A391-DC91-9619-7E41F568C274}"/>
              </a:ext>
            </a:extLst>
          </p:cNvPr>
          <p:cNvSpPr txBox="1">
            <a:spLocks noChangeArrowheads="1"/>
          </p:cNvSpPr>
          <p:nvPr/>
        </p:nvSpPr>
        <p:spPr bwMode="auto">
          <a:xfrm>
            <a:off x="0" y="0"/>
            <a:ext cx="3352800" cy="4619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r>
              <a:rPr lang="en-IN" altLang="en-US" sz="2400">
                <a:solidFill>
                  <a:srgbClr val="374151"/>
                </a:solidFill>
                <a:latin typeface="Söhne"/>
              </a:rPr>
              <a:t>Algorithm for Radix Sort</a:t>
            </a:r>
            <a:r>
              <a:rPr lang="en-IN" altLang="en-US" sz="2000" b="0">
                <a:solidFill>
                  <a:srgbClr val="374151"/>
                </a:solidFill>
                <a:latin typeface="Söhne"/>
              </a:rPr>
              <a:t>:</a:t>
            </a:r>
            <a:endParaRPr lang="en-IN" altLang="en-US" sz="2000">
              <a:solidFill>
                <a:schemeClr val="tx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3">
            <a:extLst>
              <a:ext uri="{FF2B5EF4-FFF2-40B4-BE49-F238E27FC236}">
                <a16:creationId xmlns:a16="http://schemas.microsoft.com/office/drawing/2014/main" id="{43B7F0AD-A018-C0B7-8011-BB7BB893A54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5DC68F51-5EE0-464D-B88A-095CCE19654F}" type="datetime1">
              <a:rPr lang="en-US" altLang="en-US" sz="1200" smtClean="0"/>
              <a:pPr>
                <a:spcBef>
                  <a:spcPct val="0"/>
                </a:spcBef>
                <a:buClrTx/>
                <a:buSzTx/>
                <a:buFontTx/>
                <a:buNone/>
              </a:pPr>
              <a:t>10/5/2025</a:t>
            </a:fld>
            <a:endParaRPr lang="en-US" altLang="en-US" sz="1200"/>
          </a:p>
        </p:txBody>
      </p:sp>
      <p:sp>
        <p:nvSpPr>
          <p:cNvPr id="27651" name="Rectangle 2">
            <a:extLst>
              <a:ext uri="{FF2B5EF4-FFF2-40B4-BE49-F238E27FC236}">
                <a16:creationId xmlns:a16="http://schemas.microsoft.com/office/drawing/2014/main" id="{C8834F44-8E51-E7C4-53E1-6FDBC1E67A27}"/>
              </a:ext>
            </a:extLst>
          </p:cNvPr>
          <p:cNvSpPr>
            <a:spLocks noGrp="1" noChangeArrowheads="1"/>
          </p:cNvSpPr>
          <p:nvPr>
            <p:ph type="title"/>
          </p:nvPr>
        </p:nvSpPr>
        <p:spPr>
          <a:xfrm>
            <a:off x="347663" y="550863"/>
            <a:ext cx="3267075" cy="457200"/>
          </a:xfrm>
          <a:solidFill>
            <a:schemeClr val="accent2"/>
          </a:solidFill>
        </p:spPr>
        <p:txBody>
          <a:bodyPr/>
          <a:lstStyle/>
          <a:p>
            <a:pPr eaLnBrk="1" hangingPunct="1"/>
            <a:r>
              <a:rPr lang="en-US" altLang="en-US" sz="2400" b="1"/>
              <a:t>Example:  first pass</a:t>
            </a:r>
          </a:p>
        </p:txBody>
      </p:sp>
      <p:graphicFrame>
        <p:nvGraphicFramePr>
          <p:cNvPr id="1294445" name="Group 109">
            <a:extLst>
              <a:ext uri="{FF2B5EF4-FFF2-40B4-BE49-F238E27FC236}">
                <a16:creationId xmlns:a16="http://schemas.microsoft.com/office/drawing/2014/main" id="{2ABA070B-9FD9-1B25-5853-79130A2EBAEF}"/>
              </a:ext>
            </a:extLst>
          </p:cNvPr>
          <p:cNvGraphicFramePr>
            <a:graphicFrameLocks noGrp="1"/>
          </p:cNvGraphicFramePr>
          <p:nvPr>
            <p:ph idx="1"/>
          </p:nvPr>
        </p:nvGraphicFramePr>
        <p:xfrm>
          <a:off x="762000" y="14478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dirty="0">
                          <a:ln>
                            <a:noFill/>
                          </a:ln>
                          <a:solidFill>
                            <a:schemeClr val="tx1"/>
                          </a:solidFill>
                          <a:effectLst/>
                          <a:latin typeface="Comic Sans MS" panose="030F0702030302020204" pitchFamily="66"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dirty="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7682" name="Text Box 33">
            <a:extLst>
              <a:ext uri="{FF2B5EF4-FFF2-40B4-BE49-F238E27FC236}">
                <a16:creationId xmlns:a16="http://schemas.microsoft.com/office/drawing/2014/main" id="{6D4500A3-3199-4B6B-F4BC-C157B4CDE398}"/>
              </a:ext>
            </a:extLst>
          </p:cNvPr>
          <p:cNvSpPr txBox="1">
            <a:spLocks noChangeArrowheads="1"/>
          </p:cNvSpPr>
          <p:nvPr/>
        </p:nvSpPr>
        <p:spPr bwMode="auto">
          <a:xfrm>
            <a:off x="1279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683" name="Text Box 34">
            <a:extLst>
              <a:ext uri="{FF2B5EF4-FFF2-40B4-BE49-F238E27FC236}">
                <a16:creationId xmlns:a16="http://schemas.microsoft.com/office/drawing/2014/main" id="{1CA73138-9CDC-CF69-F3B0-0EC8BA25F49F}"/>
              </a:ext>
            </a:extLst>
          </p:cNvPr>
          <p:cNvSpPr txBox="1">
            <a:spLocks noChangeArrowheads="1"/>
          </p:cNvSpPr>
          <p:nvPr/>
        </p:nvSpPr>
        <p:spPr bwMode="auto">
          <a:xfrm>
            <a:off x="1295400" y="2895600"/>
            <a:ext cx="685800" cy="200025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p>
          <a:p>
            <a:pPr algn="ctr">
              <a:spcBef>
                <a:spcPct val="50000"/>
              </a:spcBef>
              <a:buClrTx/>
              <a:buSzTx/>
              <a:buFontTx/>
              <a:buNone/>
            </a:pPr>
            <a:endParaRPr lang="en-US" altLang="en-US" sz="2400" b="0"/>
          </a:p>
          <a:p>
            <a:pPr algn="ctr">
              <a:spcBef>
                <a:spcPct val="50000"/>
              </a:spcBef>
              <a:buClrTx/>
              <a:buSzTx/>
              <a:buFontTx/>
              <a:buNone/>
            </a:pPr>
            <a:r>
              <a:rPr lang="en-US" altLang="en-US" sz="2400" b="0"/>
              <a:t>0</a:t>
            </a:r>
          </a:p>
        </p:txBody>
      </p:sp>
      <p:sp>
        <p:nvSpPr>
          <p:cNvPr id="27684" name="Rectangle 35">
            <a:extLst>
              <a:ext uri="{FF2B5EF4-FFF2-40B4-BE49-F238E27FC236}">
                <a16:creationId xmlns:a16="http://schemas.microsoft.com/office/drawing/2014/main" id="{D62D47EB-778B-85CA-6C2A-5A771217BB19}"/>
              </a:ext>
            </a:extLst>
          </p:cNvPr>
          <p:cNvSpPr>
            <a:spLocks noChangeArrowheads="1"/>
          </p:cNvSpPr>
          <p:nvPr/>
        </p:nvSpPr>
        <p:spPr bwMode="auto">
          <a:xfrm>
            <a:off x="12954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685" name="AutoShape 78">
            <a:extLst>
              <a:ext uri="{FF2B5EF4-FFF2-40B4-BE49-F238E27FC236}">
                <a16:creationId xmlns:a16="http://schemas.microsoft.com/office/drawing/2014/main" id="{898ED117-70FC-B89E-F34B-4D401156D37F}"/>
              </a:ext>
            </a:extLst>
          </p:cNvPr>
          <p:cNvSpPr>
            <a:spLocks noChangeArrowheads="1"/>
          </p:cNvSpPr>
          <p:nvPr/>
        </p:nvSpPr>
        <p:spPr bwMode="auto">
          <a:xfrm>
            <a:off x="4114800" y="21336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686" name="AutoShape 79">
            <a:extLst>
              <a:ext uri="{FF2B5EF4-FFF2-40B4-BE49-F238E27FC236}">
                <a16:creationId xmlns:a16="http://schemas.microsoft.com/office/drawing/2014/main" id="{241B497E-4490-D0F3-686F-B7E086C6CEE1}"/>
              </a:ext>
            </a:extLst>
          </p:cNvPr>
          <p:cNvSpPr>
            <a:spLocks noChangeArrowheads="1"/>
          </p:cNvSpPr>
          <p:nvPr/>
        </p:nvSpPr>
        <p:spPr bwMode="auto">
          <a:xfrm>
            <a:off x="4179888" y="48641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687" name="Text Box 80">
            <a:extLst>
              <a:ext uri="{FF2B5EF4-FFF2-40B4-BE49-F238E27FC236}">
                <a16:creationId xmlns:a16="http://schemas.microsoft.com/office/drawing/2014/main" id="{ECC2CA5A-9128-3D5D-CAAC-6EE3947CE58D}"/>
              </a:ext>
            </a:extLst>
          </p:cNvPr>
          <p:cNvSpPr txBox="1">
            <a:spLocks noChangeArrowheads="1"/>
          </p:cNvSpPr>
          <p:nvPr/>
        </p:nvSpPr>
        <p:spPr bwMode="auto">
          <a:xfrm>
            <a:off x="19653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688" name="Text Box 81">
            <a:extLst>
              <a:ext uri="{FF2B5EF4-FFF2-40B4-BE49-F238E27FC236}">
                <a16:creationId xmlns:a16="http://schemas.microsoft.com/office/drawing/2014/main" id="{6D5D0138-C7B9-80F4-72C3-6F82C8F47C8D}"/>
              </a:ext>
            </a:extLst>
          </p:cNvPr>
          <p:cNvSpPr txBox="1">
            <a:spLocks noChangeArrowheads="1"/>
          </p:cNvSpPr>
          <p:nvPr/>
        </p:nvSpPr>
        <p:spPr bwMode="auto">
          <a:xfrm>
            <a:off x="1981200" y="3048000"/>
            <a:ext cx="685800" cy="181610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endParaRPr lang="en-US" altLang="en-US" sz="2400" b="0"/>
          </a:p>
          <a:p>
            <a:pPr algn="ctr">
              <a:spcBef>
                <a:spcPct val="50000"/>
              </a:spcBef>
              <a:buClrTx/>
              <a:buSzTx/>
              <a:buFontTx/>
              <a:buNone/>
            </a:pPr>
            <a:r>
              <a:rPr lang="en-US" altLang="en-US" sz="2400" b="0"/>
              <a:t>1</a:t>
            </a:r>
          </a:p>
        </p:txBody>
      </p:sp>
      <p:sp>
        <p:nvSpPr>
          <p:cNvPr id="27689" name="Rectangle 82">
            <a:extLst>
              <a:ext uri="{FF2B5EF4-FFF2-40B4-BE49-F238E27FC236}">
                <a16:creationId xmlns:a16="http://schemas.microsoft.com/office/drawing/2014/main" id="{0C51F9D0-EAE0-1112-64AC-1ADF66115B20}"/>
              </a:ext>
            </a:extLst>
          </p:cNvPr>
          <p:cNvSpPr>
            <a:spLocks noChangeArrowheads="1"/>
          </p:cNvSpPr>
          <p:nvPr/>
        </p:nvSpPr>
        <p:spPr bwMode="auto">
          <a:xfrm>
            <a:off x="19812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690" name="Text Box 83">
            <a:extLst>
              <a:ext uri="{FF2B5EF4-FFF2-40B4-BE49-F238E27FC236}">
                <a16:creationId xmlns:a16="http://schemas.microsoft.com/office/drawing/2014/main" id="{98F3BDE3-7C07-5D80-F920-9D9209FFD46C}"/>
              </a:ext>
            </a:extLst>
          </p:cNvPr>
          <p:cNvSpPr txBox="1">
            <a:spLocks noChangeArrowheads="1"/>
          </p:cNvSpPr>
          <p:nvPr/>
        </p:nvSpPr>
        <p:spPr bwMode="auto">
          <a:xfrm>
            <a:off x="26511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691" name="Text Box 84">
            <a:extLst>
              <a:ext uri="{FF2B5EF4-FFF2-40B4-BE49-F238E27FC236}">
                <a16:creationId xmlns:a16="http://schemas.microsoft.com/office/drawing/2014/main" id="{85C79F61-484E-A60F-24C6-9487AE022C25}"/>
              </a:ext>
            </a:extLst>
          </p:cNvPr>
          <p:cNvSpPr txBox="1">
            <a:spLocks noChangeArrowheads="1"/>
          </p:cNvSpPr>
          <p:nvPr/>
        </p:nvSpPr>
        <p:spPr bwMode="auto">
          <a:xfrm>
            <a:off x="2667000" y="2895600"/>
            <a:ext cx="685800" cy="200025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endParaRPr lang="en-US" altLang="en-US" sz="2400" b="0"/>
          </a:p>
          <a:p>
            <a:pPr algn="ctr">
              <a:spcBef>
                <a:spcPct val="50000"/>
              </a:spcBef>
              <a:buClrTx/>
              <a:buSzTx/>
              <a:buFontTx/>
              <a:buNone/>
            </a:pPr>
            <a:endParaRPr lang="en-US" altLang="en-US" sz="2400" b="0"/>
          </a:p>
          <a:p>
            <a:pPr algn="ctr">
              <a:spcBef>
                <a:spcPct val="50000"/>
              </a:spcBef>
              <a:buClrTx/>
              <a:buSzTx/>
              <a:buFontTx/>
              <a:buNone/>
            </a:pPr>
            <a:r>
              <a:rPr lang="en-US" altLang="en-US" sz="2400" b="0"/>
              <a:t>2</a:t>
            </a:r>
          </a:p>
        </p:txBody>
      </p:sp>
      <p:sp>
        <p:nvSpPr>
          <p:cNvPr id="27692" name="Rectangle 85">
            <a:extLst>
              <a:ext uri="{FF2B5EF4-FFF2-40B4-BE49-F238E27FC236}">
                <a16:creationId xmlns:a16="http://schemas.microsoft.com/office/drawing/2014/main" id="{FD6D648C-FA9D-3ABC-EC1A-8BFD103DEDA4}"/>
              </a:ext>
            </a:extLst>
          </p:cNvPr>
          <p:cNvSpPr>
            <a:spLocks noChangeArrowheads="1"/>
          </p:cNvSpPr>
          <p:nvPr/>
        </p:nvSpPr>
        <p:spPr bwMode="auto">
          <a:xfrm>
            <a:off x="26670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693" name="Text Box 86">
            <a:extLst>
              <a:ext uri="{FF2B5EF4-FFF2-40B4-BE49-F238E27FC236}">
                <a16:creationId xmlns:a16="http://schemas.microsoft.com/office/drawing/2014/main" id="{856AEBEE-8F84-92BB-3210-F94645509E94}"/>
              </a:ext>
            </a:extLst>
          </p:cNvPr>
          <p:cNvSpPr txBox="1">
            <a:spLocks noChangeArrowheads="1"/>
          </p:cNvSpPr>
          <p:nvPr/>
        </p:nvSpPr>
        <p:spPr bwMode="auto">
          <a:xfrm>
            <a:off x="33369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694" name="Text Box 87">
            <a:extLst>
              <a:ext uri="{FF2B5EF4-FFF2-40B4-BE49-F238E27FC236}">
                <a16:creationId xmlns:a16="http://schemas.microsoft.com/office/drawing/2014/main" id="{1A3598EB-6B63-21BA-3E8B-347CEDEEA84E}"/>
              </a:ext>
            </a:extLst>
          </p:cNvPr>
          <p:cNvSpPr txBox="1">
            <a:spLocks noChangeArrowheads="1"/>
          </p:cNvSpPr>
          <p:nvPr/>
        </p:nvSpPr>
        <p:spPr bwMode="auto">
          <a:xfrm>
            <a:off x="3352800" y="2895600"/>
            <a:ext cx="685800" cy="200025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p>
          <a:p>
            <a:pPr algn="ctr">
              <a:spcBef>
                <a:spcPct val="50000"/>
              </a:spcBef>
              <a:buClrTx/>
              <a:buSzTx/>
              <a:buFontTx/>
              <a:buNone/>
            </a:pPr>
            <a:endParaRPr lang="en-US" altLang="en-US" sz="2400" b="0"/>
          </a:p>
          <a:p>
            <a:pPr algn="ctr">
              <a:spcBef>
                <a:spcPct val="50000"/>
              </a:spcBef>
              <a:buClrTx/>
              <a:buSzTx/>
              <a:buFontTx/>
              <a:buNone/>
            </a:pPr>
            <a:r>
              <a:rPr lang="en-US" altLang="en-US" sz="2400" b="0"/>
              <a:t>3</a:t>
            </a:r>
          </a:p>
        </p:txBody>
      </p:sp>
      <p:sp>
        <p:nvSpPr>
          <p:cNvPr id="27695" name="Rectangle 88">
            <a:extLst>
              <a:ext uri="{FF2B5EF4-FFF2-40B4-BE49-F238E27FC236}">
                <a16:creationId xmlns:a16="http://schemas.microsoft.com/office/drawing/2014/main" id="{1F757DCC-C9A7-ACEF-8FF7-B2F57276F412}"/>
              </a:ext>
            </a:extLst>
          </p:cNvPr>
          <p:cNvSpPr>
            <a:spLocks noChangeArrowheads="1"/>
          </p:cNvSpPr>
          <p:nvPr/>
        </p:nvSpPr>
        <p:spPr bwMode="auto">
          <a:xfrm>
            <a:off x="33528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696" name="Text Box 89">
            <a:extLst>
              <a:ext uri="{FF2B5EF4-FFF2-40B4-BE49-F238E27FC236}">
                <a16:creationId xmlns:a16="http://schemas.microsoft.com/office/drawing/2014/main" id="{29A7B828-076C-4187-2B60-0225BC983BF2}"/>
              </a:ext>
            </a:extLst>
          </p:cNvPr>
          <p:cNvSpPr txBox="1">
            <a:spLocks noChangeArrowheads="1"/>
          </p:cNvSpPr>
          <p:nvPr/>
        </p:nvSpPr>
        <p:spPr bwMode="auto">
          <a:xfrm>
            <a:off x="40227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697" name="Text Box 90">
            <a:extLst>
              <a:ext uri="{FF2B5EF4-FFF2-40B4-BE49-F238E27FC236}">
                <a16:creationId xmlns:a16="http://schemas.microsoft.com/office/drawing/2014/main" id="{7727E8EF-4942-0A4C-AE1A-6105C7F03CF8}"/>
              </a:ext>
            </a:extLst>
          </p:cNvPr>
          <p:cNvSpPr txBox="1">
            <a:spLocks noChangeArrowheads="1"/>
          </p:cNvSpPr>
          <p:nvPr/>
        </p:nvSpPr>
        <p:spPr bwMode="auto">
          <a:xfrm>
            <a:off x="4038600" y="3048000"/>
            <a:ext cx="685800" cy="181610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endParaRPr lang="en-US" altLang="en-US" sz="2400" b="0"/>
          </a:p>
          <a:p>
            <a:pPr algn="ctr">
              <a:spcBef>
                <a:spcPct val="50000"/>
              </a:spcBef>
              <a:buClrTx/>
              <a:buSzTx/>
              <a:buFontTx/>
              <a:buNone/>
            </a:pPr>
            <a:r>
              <a:rPr lang="en-US" altLang="en-US" sz="2400" b="0"/>
              <a:t>4</a:t>
            </a:r>
          </a:p>
        </p:txBody>
      </p:sp>
      <p:sp>
        <p:nvSpPr>
          <p:cNvPr id="27698" name="Rectangle 91">
            <a:extLst>
              <a:ext uri="{FF2B5EF4-FFF2-40B4-BE49-F238E27FC236}">
                <a16:creationId xmlns:a16="http://schemas.microsoft.com/office/drawing/2014/main" id="{60C5BB69-06B8-27D3-9528-CB3EBC6ADC16}"/>
              </a:ext>
            </a:extLst>
          </p:cNvPr>
          <p:cNvSpPr>
            <a:spLocks noChangeArrowheads="1"/>
          </p:cNvSpPr>
          <p:nvPr/>
        </p:nvSpPr>
        <p:spPr bwMode="auto">
          <a:xfrm>
            <a:off x="40386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699" name="Text Box 92">
            <a:extLst>
              <a:ext uri="{FF2B5EF4-FFF2-40B4-BE49-F238E27FC236}">
                <a16:creationId xmlns:a16="http://schemas.microsoft.com/office/drawing/2014/main" id="{4A1A1E7D-60BC-02DE-693F-5D47917B59AE}"/>
              </a:ext>
            </a:extLst>
          </p:cNvPr>
          <p:cNvSpPr txBox="1">
            <a:spLocks noChangeArrowheads="1"/>
          </p:cNvSpPr>
          <p:nvPr/>
        </p:nvSpPr>
        <p:spPr bwMode="auto">
          <a:xfrm>
            <a:off x="4708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700" name="Text Box 93">
            <a:extLst>
              <a:ext uri="{FF2B5EF4-FFF2-40B4-BE49-F238E27FC236}">
                <a16:creationId xmlns:a16="http://schemas.microsoft.com/office/drawing/2014/main" id="{3F40A49F-CD1C-4B22-8988-85A59C878AFF}"/>
              </a:ext>
            </a:extLst>
          </p:cNvPr>
          <p:cNvSpPr txBox="1">
            <a:spLocks noChangeArrowheads="1"/>
          </p:cNvSpPr>
          <p:nvPr/>
        </p:nvSpPr>
        <p:spPr bwMode="auto">
          <a:xfrm>
            <a:off x="4714875" y="2819400"/>
            <a:ext cx="685800" cy="20621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endParaRPr lang="en-US" altLang="en-US" sz="2800" b="0"/>
          </a:p>
          <a:p>
            <a:pPr algn="ctr">
              <a:spcBef>
                <a:spcPct val="50000"/>
              </a:spcBef>
              <a:buClrTx/>
              <a:buSzTx/>
              <a:buFontTx/>
              <a:buNone/>
            </a:pPr>
            <a:endParaRPr lang="en-US" altLang="en-US" sz="2400" b="0"/>
          </a:p>
          <a:p>
            <a:pPr algn="ctr">
              <a:spcBef>
                <a:spcPct val="50000"/>
              </a:spcBef>
              <a:buClrTx/>
              <a:buSzTx/>
              <a:buFontTx/>
              <a:buNone/>
            </a:pPr>
            <a:r>
              <a:rPr lang="en-US" altLang="en-US" sz="2400" b="0"/>
              <a:t>5   </a:t>
            </a:r>
          </a:p>
        </p:txBody>
      </p:sp>
      <p:sp>
        <p:nvSpPr>
          <p:cNvPr id="27701" name="Rectangle 94">
            <a:extLst>
              <a:ext uri="{FF2B5EF4-FFF2-40B4-BE49-F238E27FC236}">
                <a16:creationId xmlns:a16="http://schemas.microsoft.com/office/drawing/2014/main" id="{6B508113-35F9-E7C2-13B1-499E81C4A4A3}"/>
              </a:ext>
            </a:extLst>
          </p:cNvPr>
          <p:cNvSpPr>
            <a:spLocks noChangeArrowheads="1"/>
          </p:cNvSpPr>
          <p:nvPr/>
        </p:nvSpPr>
        <p:spPr bwMode="auto">
          <a:xfrm>
            <a:off x="47244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702" name="Text Box 95">
            <a:extLst>
              <a:ext uri="{FF2B5EF4-FFF2-40B4-BE49-F238E27FC236}">
                <a16:creationId xmlns:a16="http://schemas.microsoft.com/office/drawing/2014/main" id="{B37287EA-6FE4-B5AA-CB1D-3ABFFCFDF943}"/>
              </a:ext>
            </a:extLst>
          </p:cNvPr>
          <p:cNvSpPr txBox="1">
            <a:spLocks noChangeArrowheads="1"/>
          </p:cNvSpPr>
          <p:nvPr/>
        </p:nvSpPr>
        <p:spPr bwMode="auto">
          <a:xfrm>
            <a:off x="53943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703" name="Text Box 96">
            <a:extLst>
              <a:ext uri="{FF2B5EF4-FFF2-40B4-BE49-F238E27FC236}">
                <a16:creationId xmlns:a16="http://schemas.microsoft.com/office/drawing/2014/main" id="{FC66E0D5-FE69-2510-1D6A-0994567C5269}"/>
              </a:ext>
            </a:extLst>
          </p:cNvPr>
          <p:cNvSpPr txBox="1">
            <a:spLocks noChangeArrowheads="1"/>
          </p:cNvSpPr>
          <p:nvPr/>
        </p:nvSpPr>
        <p:spPr bwMode="auto">
          <a:xfrm>
            <a:off x="5410200" y="3048000"/>
            <a:ext cx="685800" cy="181610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br>
              <a:rPr lang="en-US" altLang="en-US" sz="2400" b="0"/>
            </a:br>
            <a:r>
              <a:rPr lang="en-US" altLang="en-US" sz="2400" b="0"/>
              <a:t> </a:t>
            </a:r>
          </a:p>
          <a:p>
            <a:pPr algn="ctr">
              <a:spcBef>
                <a:spcPct val="50000"/>
              </a:spcBef>
              <a:buClrTx/>
              <a:buSzTx/>
              <a:buFontTx/>
              <a:buNone/>
            </a:pPr>
            <a:r>
              <a:rPr lang="en-US" altLang="en-US" sz="2400" b="0"/>
              <a:t>6</a:t>
            </a:r>
          </a:p>
        </p:txBody>
      </p:sp>
      <p:sp>
        <p:nvSpPr>
          <p:cNvPr id="27704" name="Rectangle 97">
            <a:extLst>
              <a:ext uri="{FF2B5EF4-FFF2-40B4-BE49-F238E27FC236}">
                <a16:creationId xmlns:a16="http://schemas.microsoft.com/office/drawing/2014/main" id="{5CAD2B4E-F187-E3EF-A671-089E38A2E6AD}"/>
              </a:ext>
            </a:extLst>
          </p:cNvPr>
          <p:cNvSpPr>
            <a:spLocks noChangeArrowheads="1"/>
          </p:cNvSpPr>
          <p:nvPr/>
        </p:nvSpPr>
        <p:spPr bwMode="auto">
          <a:xfrm>
            <a:off x="54102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705" name="Text Box 98">
            <a:extLst>
              <a:ext uri="{FF2B5EF4-FFF2-40B4-BE49-F238E27FC236}">
                <a16:creationId xmlns:a16="http://schemas.microsoft.com/office/drawing/2014/main" id="{A2148801-E9FE-9955-B19F-F8D73C99BADE}"/>
              </a:ext>
            </a:extLst>
          </p:cNvPr>
          <p:cNvSpPr txBox="1">
            <a:spLocks noChangeArrowheads="1"/>
          </p:cNvSpPr>
          <p:nvPr/>
        </p:nvSpPr>
        <p:spPr bwMode="auto">
          <a:xfrm>
            <a:off x="60801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706" name="Text Box 99">
            <a:extLst>
              <a:ext uri="{FF2B5EF4-FFF2-40B4-BE49-F238E27FC236}">
                <a16:creationId xmlns:a16="http://schemas.microsoft.com/office/drawing/2014/main" id="{9770BBC6-5ADE-F0A6-220C-41E161443DDA}"/>
              </a:ext>
            </a:extLst>
          </p:cNvPr>
          <p:cNvSpPr txBox="1">
            <a:spLocks noChangeArrowheads="1"/>
          </p:cNvSpPr>
          <p:nvPr/>
        </p:nvSpPr>
        <p:spPr bwMode="auto">
          <a:xfrm>
            <a:off x="6105525" y="2863850"/>
            <a:ext cx="685800" cy="200025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endParaRPr lang="en-US" altLang="en-US" sz="2400" b="0"/>
          </a:p>
          <a:p>
            <a:pPr algn="ctr">
              <a:spcBef>
                <a:spcPct val="50000"/>
              </a:spcBef>
              <a:buClrTx/>
              <a:buSzTx/>
              <a:buFontTx/>
              <a:buNone/>
            </a:pPr>
            <a:endParaRPr lang="en-US" altLang="en-US" sz="2400" b="0"/>
          </a:p>
          <a:p>
            <a:pPr algn="ctr">
              <a:spcBef>
                <a:spcPct val="50000"/>
              </a:spcBef>
              <a:buClrTx/>
              <a:buSzTx/>
              <a:buFontTx/>
              <a:buNone/>
            </a:pPr>
            <a:r>
              <a:rPr lang="en-US" altLang="en-US" sz="2400" b="0"/>
              <a:t>7</a:t>
            </a:r>
          </a:p>
        </p:txBody>
      </p:sp>
      <p:sp>
        <p:nvSpPr>
          <p:cNvPr id="27707" name="Rectangle 100">
            <a:extLst>
              <a:ext uri="{FF2B5EF4-FFF2-40B4-BE49-F238E27FC236}">
                <a16:creationId xmlns:a16="http://schemas.microsoft.com/office/drawing/2014/main" id="{2B89FE66-250F-EA49-B657-65C3803E4846}"/>
              </a:ext>
            </a:extLst>
          </p:cNvPr>
          <p:cNvSpPr>
            <a:spLocks noChangeArrowheads="1"/>
          </p:cNvSpPr>
          <p:nvPr/>
        </p:nvSpPr>
        <p:spPr bwMode="auto">
          <a:xfrm>
            <a:off x="60960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708" name="Text Box 101">
            <a:extLst>
              <a:ext uri="{FF2B5EF4-FFF2-40B4-BE49-F238E27FC236}">
                <a16:creationId xmlns:a16="http://schemas.microsoft.com/office/drawing/2014/main" id="{DD5B6AE9-163D-1C4E-B163-905897A1132A}"/>
              </a:ext>
            </a:extLst>
          </p:cNvPr>
          <p:cNvSpPr txBox="1">
            <a:spLocks noChangeArrowheads="1"/>
          </p:cNvSpPr>
          <p:nvPr/>
        </p:nvSpPr>
        <p:spPr bwMode="auto">
          <a:xfrm>
            <a:off x="6613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709" name="Text Box 102">
            <a:extLst>
              <a:ext uri="{FF2B5EF4-FFF2-40B4-BE49-F238E27FC236}">
                <a16:creationId xmlns:a16="http://schemas.microsoft.com/office/drawing/2014/main" id="{973C9DD6-C7B5-FBDB-0EE7-FFD28DB627B1}"/>
              </a:ext>
            </a:extLst>
          </p:cNvPr>
          <p:cNvSpPr txBox="1">
            <a:spLocks noChangeArrowheads="1"/>
          </p:cNvSpPr>
          <p:nvPr/>
        </p:nvSpPr>
        <p:spPr bwMode="auto">
          <a:xfrm>
            <a:off x="6781800" y="3276600"/>
            <a:ext cx="685800" cy="1570038"/>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400" b="0"/>
          </a:p>
          <a:p>
            <a:pPr algn="ctr">
              <a:spcBef>
                <a:spcPct val="50000"/>
              </a:spcBef>
              <a:buClrTx/>
              <a:buSzTx/>
              <a:buFontTx/>
              <a:buNone/>
            </a:pPr>
            <a:endParaRPr lang="en-US" altLang="en-US" sz="2400" b="0"/>
          </a:p>
          <a:p>
            <a:pPr algn="ctr">
              <a:spcBef>
                <a:spcPct val="50000"/>
              </a:spcBef>
              <a:buClrTx/>
              <a:buSzTx/>
              <a:buFontTx/>
              <a:buNone/>
            </a:pPr>
            <a:r>
              <a:rPr lang="en-US" altLang="en-US" sz="2400" b="0"/>
              <a:t>8</a:t>
            </a:r>
          </a:p>
        </p:txBody>
      </p:sp>
      <p:sp>
        <p:nvSpPr>
          <p:cNvPr id="27710" name="Rectangle 103">
            <a:extLst>
              <a:ext uri="{FF2B5EF4-FFF2-40B4-BE49-F238E27FC236}">
                <a16:creationId xmlns:a16="http://schemas.microsoft.com/office/drawing/2014/main" id="{3ADFB735-F08C-D32C-6414-C1B75B5685DE}"/>
              </a:ext>
            </a:extLst>
          </p:cNvPr>
          <p:cNvSpPr>
            <a:spLocks noChangeArrowheads="1"/>
          </p:cNvSpPr>
          <p:nvPr/>
        </p:nvSpPr>
        <p:spPr bwMode="auto">
          <a:xfrm>
            <a:off x="6781800" y="2895600"/>
            <a:ext cx="6858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7711" name="Text Box 104">
            <a:extLst>
              <a:ext uri="{FF2B5EF4-FFF2-40B4-BE49-F238E27FC236}">
                <a16:creationId xmlns:a16="http://schemas.microsoft.com/office/drawing/2014/main" id="{A86F291B-6763-9F9F-0634-1236577D8400}"/>
              </a:ext>
            </a:extLst>
          </p:cNvPr>
          <p:cNvSpPr txBox="1">
            <a:spLocks noChangeArrowheads="1"/>
          </p:cNvSpPr>
          <p:nvPr/>
        </p:nvSpPr>
        <p:spPr bwMode="auto">
          <a:xfrm>
            <a:off x="74517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7712" name="Text Box 105">
            <a:extLst>
              <a:ext uri="{FF2B5EF4-FFF2-40B4-BE49-F238E27FC236}">
                <a16:creationId xmlns:a16="http://schemas.microsoft.com/office/drawing/2014/main" id="{0B5F5A55-36C4-5662-3D47-CFB540BC58E7}"/>
              </a:ext>
            </a:extLst>
          </p:cNvPr>
          <p:cNvSpPr txBox="1">
            <a:spLocks noChangeArrowheads="1"/>
          </p:cNvSpPr>
          <p:nvPr/>
        </p:nvSpPr>
        <p:spPr bwMode="auto">
          <a:xfrm>
            <a:off x="7467600" y="2667000"/>
            <a:ext cx="685800" cy="2154238"/>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endParaRPr lang="en-US" altLang="en-US" sz="2800" b="0"/>
          </a:p>
          <a:p>
            <a:pPr algn="ctr">
              <a:spcBef>
                <a:spcPct val="50000"/>
              </a:spcBef>
              <a:buClrTx/>
              <a:buSzTx/>
              <a:buFontTx/>
              <a:buNone/>
            </a:pPr>
            <a:endParaRPr lang="en-US" altLang="en-US" sz="2800" b="0"/>
          </a:p>
          <a:p>
            <a:pPr algn="ctr">
              <a:spcBef>
                <a:spcPct val="50000"/>
              </a:spcBef>
              <a:buClrTx/>
              <a:buSzTx/>
              <a:buFontTx/>
              <a:buNone/>
            </a:pPr>
            <a:r>
              <a:rPr lang="en-US" altLang="en-US" sz="2400" b="0"/>
              <a:t>9</a:t>
            </a:r>
          </a:p>
        </p:txBody>
      </p:sp>
      <p:sp>
        <p:nvSpPr>
          <p:cNvPr id="27713" name="Rectangle 106">
            <a:extLst>
              <a:ext uri="{FF2B5EF4-FFF2-40B4-BE49-F238E27FC236}">
                <a16:creationId xmlns:a16="http://schemas.microsoft.com/office/drawing/2014/main" id="{352920A3-4CBD-5253-962D-71C3D7100112}"/>
              </a:ext>
            </a:extLst>
          </p:cNvPr>
          <p:cNvSpPr>
            <a:spLocks noChangeArrowheads="1"/>
          </p:cNvSpPr>
          <p:nvPr/>
        </p:nvSpPr>
        <p:spPr bwMode="auto">
          <a:xfrm>
            <a:off x="74676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graphicFrame>
        <p:nvGraphicFramePr>
          <p:cNvPr id="1294446" name="Group 110">
            <a:extLst>
              <a:ext uri="{FF2B5EF4-FFF2-40B4-BE49-F238E27FC236}">
                <a16:creationId xmlns:a16="http://schemas.microsoft.com/office/drawing/2014/main" id="{F3193C42-8338-B867-6631-C774E73F0997}"/>
              </a:ext>
            </a:extLst>
          </p:cNvPr>
          <p:cNvGraphicFramePr>
            <a:graphicFrameLocks noGrp="1"/>
          </p:cNvGraphicFramePr>
          <p:nvPr/>
        </p:nvGraphicFramePr>
        <p:xfrm>
          <a:off x="914400" y="55626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Rectangle 1">
            <a:extLst>
              <a:ext uri="{FF2B5EF4-FFF2-40B4-BE49-F238E27FC236}">
                <a16:creationId xmlns:a16="http://schemas.microsoft.com/office/drawing/2014/main" id="{83399894-D4EA-B338-365D-5B97F2610D28}"/>
              </a:ext>
            </a:extLst>
          </p:cNvPr>
          <p:cNvSpPr/>
          <p:nvPr/>
        </p:nvSpPr>
        <p:spPr bwMode="auto">
          <a:xfrm>
            <a:off x="1668463" y="6129338"/>
            <a:ext cx="6873875" cy="728662"/>
          </a:xfrm>
          <a:prstGeom prst="rect">
            <a:avLst/>
          </a:prstGeom>
          <a:solidFill>
            <a:schemeClr val="accent3"/>
          </a:solidFill>
          <a:ln w="12700" cap="flat" cmpd="sng" algn="ctr">
            <a:noFill/>
            <a:prstDash val="solid"/>
            <a:round/>
            <a:headEnd type="none" w="med" len="med"/>
            <a:tailEnd type="none" w="med" len="med"/>
          </a:ln>
          <a:effectLst/>
        </p:spPr>
        <p:txBody>
          <a:bodyPr>
            <a:spAutoFit/>
          </a:bodyPr>
          <a:lstStyle/>
          <a:p>
            <a:pPr algn="ctr">
              <a:spcBef>
                <a:spcPct val="50000"/>
              </a:spcBef>
              <a:defRPr/>
            </a:pPr>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3">
            <a:extLst>
              <a:ext uri="{FF2B5EF4-FFF2-40B4-BE49-F238E27FC236}">
                <a16:creationId xmlns:a16="http://schemas.microsoft.com/office/drawing/2014/main" id="{19C034C0-A5C9-157B-E620-BECBDA5A86C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BB955ADF-C74B-4696-A79E-7538B7014C13}" type="datetime1">
              <a:rPr lang="en-US" altLang="en-US" sz="1200" smtClean="0"/>
              <a:pPr>
                <a:spcBef>
                  <a:spcPct val="0"/>
                </a:spcBef>
                <a:buClrTx/>
                <a:buSzTx/>
                <a:buFontTx/>
                <a:buNone/>
              </a:pPr>
              <a:t>10/5/2025</a:t>
            </a:fld>
            <a:endParaRPr lang="en-US" altLang="en-US" sz="1200"/>
          </a:p>
        </p:txBody>
      </p:sp>
      <p:graphicFrame>
        <p:nvGraphicFramePr>
          <p:cNvPr id="1294445" name="Group 109">
            <a:extLst>
              <a:ext uri="{FF2B5EF4-FFF2-40B4-BE49-F238E27FC236}">
                <a16:creationId xmlns:a16="http://schemas.microsoft.com/office/drawing/2014/main" id="{BBD88CCB-1691-38A3-E342-B65FE2D2CEF9}"/>
              </a:ext>
            </a:extLst>
          </p:cNvPr>
          <p:cNvGraphicFramePr>
            <a:graphicFrameLocks noGrp="1"/>
          </p:cNvGraphicFramePr>
          <p:nvPr>
            <p:ph idx="1"/>
          </p:nvPr>
        </p:nvGraphicFramePr>
        <p:xfrm>
          <a:off x="762000" y="14478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dirty="0">
                          <a:ln>
                            <a:noFill/>
                          </a:ln>
                          <a:solidFill>
                            <a:schemeClr val="tx1"/>
                          </a:solidFill>
                          <a:effectLst/>
                          <a:latin typeface="Comic Sans MS" panose="030F0702030302020204" pitchFamily="66"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dirty="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8705" name="Text Box 33">
            <a:extLst>
              <a:ext uri="{FF2B5EF4-FFF2-40B4-BE49-F238E27FC236}">
                <a16:creationId xmlns:a16="http://schemas.microsoft.com/office/drawing/2014/main" id="{138FB0B5-F545-2572-5271-53D8F05FF5D5}"/>
              </a:ext>
            </a:extLst>
          </p:cNvPr>
          <p:cNvSpPr txBox="1">
            <a:spLocks noChangeArrowheads="1"/>
          </p:cNvSpPr>
          <p:nvPr/>
        </p:nvSpPr>
        <p:spPr bwMode="auto">
          <a:xfrm>
            <a:off x="1279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06" name="Text Box 34">
            <a:extLst>
              <a:ext uri="{FF2B5EF4-FFF2-40B4-BE49-F238E27FC236}">
                <a16:creationId xmlns:a16="http://schemas.microsoft.com/office/drawing/2014/main" id="{8DF69221-506B-B354-F342-35CF1E24E6E3}"/>
              </a:ext>
            </a:extLst>
          </p:cNvPr>
          <p:cNvSpPr txBox="1">
            <a:spLocks noChangeArrowheads="1"/>
          </p:cNvSpPr>
          <p:nvPr/>
        </p:nvSpPr>
        <p:spPr bwMode="auto">
          <a:xfrm>
            <a:off x="12954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20</a:t>
            </a:r>
          </a:p>
        </p:txBody>
      </p:sp>
      <p:sp>
        <p:nvSpPr>
          <p:cNvPr id="28707" name="Rectangle 35">
            <a:extLst>
              <a:ext uri="{FF2B5EF4-FFF2-40B4-BE49-F238E27FC236}">
                <a16:creationId xmlns:a16="http://schemas.microsoft.com/office/drawing/2014/main" id="{AF1EE4BD-EA90-6BD2-E285-A76649A30C55}"/>
              </a:ext>
            </a:extLst>
          </p:cNvPr>
          <p:cNvSpPr>
            <a:spLocks noChangeArrowheads="1"/>
          </p:cNvSpPr>
          <p:nvPr/>
        </p:nvSpPr>
        <p:spPr bwMode="auto">
          <a:xfrm>
            <a:off x="12954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08" name="AutoShape 78">
            <a:extLst>
              <a:ext uri="{FF2B5EF4-FFF2-40B4-BE49-F238E27FC236}">
                <a16:creationId xmlns:a16="http://schemas.microsoft.com/office/drawing/2014/main" id="{E4463407-C46F-A153-DA13-A8D8560E0F15}"/>
              </a:ext>
            </a:extLst>
          </p:cNvPr>
          <p:cNvSpPr>
            <a:spLocks noChangeArrowheads="1"/>
          </p:cNvSpPr>
          <p:nvPr/>
        </p:nvSpPr>
        <p:spPr bwMode="auto">
          <a:xfrm>
            <a:off x="4114800" y="21336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09" name="AutoShape 79">
            <a:extLst>
              <a:ext uri="{FF2B5EF4-FFF2-40B4-BE49-F238E27FC236}">
                <a16:creationId xmlns:a16="http://schemas.microsoft.com/office/drawing/2014/main" id="{8349B056-B1C8-BB68-E870-F77327B2F17B}"/>
              </a:ext>
            </a:extLst>
          </p:cNvPr>
          <p:cNvSpPr>
            <a:spLocks noChangeArrowheads="1"/>
          </p:cNvSpPr>
          <p:nvPr/>
        </p:nvSpPr>
        <p:spPr bwMode="auto">
          <a:xfrm>
            <a:off x="4191000" y="46482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10" name="Text Box 80">
            <a:extLst>
              <a:ext uri="{FF2B5EF4-FFF2-40B4-BE49-F238E27FC236}">
                <a16:creationId xmlns:a16="http://schemas.microsoft.com/office/drawing/2014/main" id="{ED2E8E88-588D-20BC-9E77-742AA29841D2}"/>
              </a:ext>
            </a:extLst>
          </p:cNvPr>
          <p:cNvSpPr txBox="1">
            <a:spLocks noChangeArrowheads="1"/>
          </p:cNvSpPr>
          <p:nvPr/>
        </p:nvSpPr>
        <p:spPr bwMode="auto">
          <a:xfrm>
            <a:off x="19653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11" name="Text Box 81">
            <a:extLst>
              <a:ext uri="{FF2B5EF4-FFF2-40B4-BE49-F238E27FC236}">
                <a16:creationId xmlns:a16="http://schemas.microsoft.com/office/drawing/2014/main" id="{9E9C5133-437E-9DFD-6003-049835AC7D47}"/>
              </a:ext>
            </a:extLst>
          </p:cNvPr>
          <p:cNvSpPr txBox="1">
            <a:spLocks noChangeArrowheads="1"/>
          </p:cNvSpPr>
          <p:nvPr/>
        </p:nvSpPr>
        <p:spPr bwMode="auto">
          <a:xfrm>
            <a:off x="19812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endParaRPr lang="en-US" altLang="en-US" sz="2400" b="0"/>
          </a:p>
        </p:txBody>
      </p:sp>
      <p:sp>
        <p:nvSpPr>
          <p:cNvPr id="28712" name="Rectangle 82">
            <a:extLst>
              <a:ext uri="{FF2B5EF4-FFF2-40B4-BE49-F238E27FC236}">
                <a16:creationId xmlns:a16="http://schemas.microsoft.com/office/drawing/2014/main" id="{68491A96-CA13-00AD-E8D1-C769814361C9}"/>
              </a:ext>
            </a:extLst>
          </p:cNvPr>
          <p:cNvSpPr>
            <a:spLocks noChangeArrowheads="1"/>
          </p:cNvSpPr>
          <p:nvPr/>
        </p:nvSpPr>
        <p:spPr bwMode="auto">
          <a:xfrm>
            <a:off x="19812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13" name="Text Box 83">
            <a:extLst>
              <a:ext uri="{FF2B5EF4-FFF2-40B4-BE49-F238E27FC236}">
                <a16:creationId xmlns:a16="http://schemas.microsoft.com/office/drawing/2014/main" id="{5BDF231D-1C86-D770-9704-84AB82CAE85F}"/>
              </a:ext>
            </a:extLst>
          </p:cNvPr>
          <p:cNvSpPr txBox="1">
            <a:spLocks noChangeArrowheads="1"/>
          </p:cNvSpPr>
          <p:nvPr/>
        </p:nvSpPr>
        <p:spPr bwMode="auto">
          <a:xfrm>
            <a:off x="26511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14" name="Text Box 84">
            <a:extLst>
              <a:ext uri="{FF2B5EF4-FFF2-40B4-BE49-F238E27FC236}">
                <a16:creationId xmlns:a16="http://schemas.microsoft.com/office/drawing/2014/main" id="{E7B5B050-F0E3-8F15-F401-6639439FE668}"/>
              </a:ext>
            </a:extLst>
          </p:cNvPr>
          <p:cNvSpPr txBox="1">
            <a:spLocks noChangeArrowheads="1"/>
          </p:cNvSpPr>
          <p:nvPr/>
        </p:nvSpPr>
        <p:spPr bwMode="auto">
          <a:xfrm>
            <a:off x="26670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12 52</a:t>
            </a:r>
          </a:p>
        </p:txBody>
      </p:sp>
      <p:sp>
        <p:nvSpPr>
          <p:cNvPr id="28715" name="Rectangle 85">
            <a:extLst>
              <a:ext uri="{FF2B5EF4-FFF2-40B4-BE49-F238E27FC236}">
                <a16:creationId xmlns:a16="http://schemas.microsoft.com/office/drawing/2014/main" id="{AA85CB03-7CEB-6116-7D60-21CA54CA9061}"/>
              </a:ext>
            </a:extLst>
          </p:cNvPr>
          <p:cNvSpPr>
            <a:spLocks noChangeArrowheads="1"/>
          </p:cNvSpPr>
          <p:nvPr/>
        </p:nvSpPr>
        <p:spPr bwMode="auto">
          <a:xfrm>
            <a:off x="26670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16" name="Text Box 86">
            <a:extLst>
              <a:ext uri="{FF2B5EF4-FFF2-40B4-BE49-F238E27FC236}">
                <a16:creationId xmlns:a16="http://schemas.microsoft.com/office/drawing/2014/main" id="{85C9DAE7-E3CA-8CC0-4F6E-354F098785AC}"/>
              </a:ext>
            </a:extLst>
          </p:cNvPr>
          <p:cNvSpPr txBox="1">
            <a:spLocks noChangeArrowheads="1"/>
          </p:cNvSpPr>
          <p:nvPr/>
        </p:nvSpPr>
        <p:spPr bwMode="auto">
          <a:xfrm>
            <a:off x="33369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17" name="Text Box 87">
            <a:extLst>
              <a:ext uri="{FF2B5EF4-FFF2-40B4-BE49-F238E27FC236}">
                <a16:creationId xmlns:a16="http://schemas.microsoft.com/office/drawing/2014/main" id="{F7971514-1F74-1B46-EE9C-54C250E9E433}"/>
              </a:ext>
            </a:extLst>
          </p:cNvPr>
          <p:cNvSpPr txBox="1">
            <a:spLocks noChangeArrowheads="1"/>
          </p:cNvSpPr>
          <p:nvPr/>
        </p:nvSpPr>
        <p:spPr bwMode="auto">
          <a:xfrm>
            <a:off x="33528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63</a:t>
            </a:r>
          </a:p>
        </p:txBody>
      </p:sp>
      <p:sp>
        <p:nvSpPr>
          <p:cNvPr id="28718" name="Rectangle 88">
            <a:extLst>
              <a:ext uri="{FF2B5EF4-FFF2-40B4-BE49-F238E27FC236}">
                <a16:creationId xmlns:a16="http://schemas.microsoft.com/office/drawing/2014/main" id="{C11E0505-5A43-9E92-6266-F9DB7586D301}"/>
              </a:ext>
            </a:extLst>
          </p:cNvPr>
          <p:cNvSpPr>
            <a:spLocks noChangeArrowheads="1"/>
          </p:cNvSpPr>
          <p:nvPr/>
        </p:nvSpPr>
        <p:spPr bwMode="auto">
          <a:xfrm>
            <a:off x="33528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19" name="Text Box 89">
            <a:extLst>
              <a:ext uri="{FF2B5EF4-FFF2-40B4-BE49-F238E27FC236}">
                <a16:creationId xmlns:a16="http://schemas.microsoft.com/office/drawing/2014/main" id="{061D9707-766B-377C-2F2C-FA96C70D2C2B}"/>
              </a:ext>
            </a:extLst>
          </p:cNvPr>
          <p:cNvSpPr txBox="1">
            <a:spLocks noChangeArrowheads="1"/>
          </p:cNvSpPr>
          <p:nvPr/>
        </p:nvSpPr>
        <p:spPr bwMode="auto">
          <a:xfrm>
            <a:off x="40227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20" name="Text Box 90">
            <a:extLst>
              <a:ext uri="{FF2B5EF4-FFF2-40B4-BE49-F238E27FC236}">
                <a16:creationId xmlns:a16="http://schemas.microsoft.com/office/drawing/2014/main" id="{5BB8D841-EFC4-3280-04CD-D5C8542C64E8}"/>
              </a:ext>
            </a:extLst>
          </p:cNvPr>
          <p:cNvSpPr txBox="1">
            <a:spLocks noChangeArrowheads="1"/>
          </p:cNvSpPr>
          <p:nvPr/>
        </p:nvSpPr>
        <p:spPr bwMode="auto">
          <a:xfrm>
            <a:off x="40386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r>
              <a:rPr lang="en-US" altLang="en-US" sz="2400" b="0"/>
              <a:t>64</a:t>
            </a:r>
          </a:p>
        </p:txBody>
      </p:sp>
      <p:sp>
        <p:nvSpPr>
          <p:cNvPr id="28721" name="Rectangle 91">
            <a:extLst>
              <a:ext uri="{FF2B5EF4-FFF2-40B4-BE49-F238E27FC236}">
                <a16:creationId xmlns:a16="http://schemas.microsoft.com/office/drawing/2014/main" id="{E671BAF2-63D8-FB29-85D1-524AAF01505B}"/>
              </a:ext>
            </a:extLst>
          </p:cNvPr>
          <p:cNvSpPr>
            <a:spLocks noChangeArrowheads="1"/>
          </p:cNvSpPr>
          <p:nvPr/>
        </p:nvSpPr>
        <p:spPr bwMode="auto">
          <a:xfrm>
            <a:off x="40386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22" name="Text Box 92">
            <a:extLst>
              <a:ext uri="{FF2B5EF4-FFF2-40B4-BE49-F238E27FC236}">
                <a16:creationId xmlns:a16="http://schemas.microsoft.com/office/drawing/2014/main" id="{39986D92-CD36-C31D-A12E-98168A7D1654}"/>
              </a:ext>
            </a:extLst>
          </p:cNvPr>
          <p:cNvSpPr txBox="1">
            <a:spLocks noChangeArrowheads="1"/>
          </p:cNvSpPr>
          <p:nvPr/>
        </p:nvSpPr>
        <p:spPr bwMode="auto">
          <a:xfrm>
            <a:off x="4708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23" name="Text Box 93">
            <a:extLst>
              <a:ext uri="{FF2B5EF4-FFF2-40B4-BE49-F238E27FC236}">
                <a16:creationId xmlns:a16="http://schemas.microsoft.com/office/drawing/2014/main" id="{6B58D503-3B46-7285-082A-A2337DC7D7AD}"/>
              </a:ext>
            </a:extLst>
          </p:cNvPr>
          <p:cNvSpPr txBox="1">
            <a:spLocks noChangeArrowheads="1"/>
          </p:cNvSpPr>
          <p:nvPr/>
        </p:nvSpPr>
        <p:spPr bwMode="auto">
          <a:xfrm>
            <a:off x="47244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endParaRPr lang="en-US" altLang="en-US" sz="2400" b="0"/>
          </a:p>
        </p:txBody>
      </p:sp>
      <p:sp>
        <p:nvSpPr>
          <p:cNvPr id="28724" name="Rectangle 94">
            <a:extLst>
              <a:ext uri="{FF2B5EF4-FFF2-40B4-BE49-F238E27FC236}">
                <a16:creationId xmlns:a16="http://schemas.microsoft.com/office/drawing/2014/main" id="{17214A83-A965-C934-8EEC-DB3D9B052403}"/>
              </a:ext>
            </a:extLst>
          </p:cNvPr>
          <p:cNvSpPr>
            <a:spLocks noChangeArrowheads="1"/>
          </p:cNvSpPr>
          <p:nvPr/>
        </p:nvSpPr>
        <p:spPr bwMode="auto">
          <a:xfrm>
            <a:off x="47244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25" name="Text Box 95">
            <a:extLst>
              <a:ext uri="{FF2B5EF4-FFF2-40B4-BE49-F238E27FC236}">
                <a16:creationId xmlns:a16="http://schemas.microsoft.com/office/drawing/2014/main" id="{DEF7491F-119D-B2FF-3BC6-8B7B42D759EA}"/>
              </a:ext>
            </a:extLst>
          </p:cNvPr>
          <p:cNvSpPr txBox="1">
            <a:spLocks noChangeArrowheads="1"/>
          </p:cNvSpPr>
          <p:nvPr/>
        </p:nvSpPr>
        <p:spPr bwMode="auto">
          <a:xfrm>
            <a:off x="53943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26" name="Text Box 96">
            <a:extLst>
              <a:ext uri="{FF2B5EF4-FFF2-40B4-BE49-F238E27FC236}">
                <a16:creationId xmlns:a16="http://schemas.microsoft.com/office/drawing/2014/main" id="{8194CE8E-B2EB-C3AE-FC11-9D5C3179D428}"/>
              </a:ext>
            </a:extLst>
          </p:cNvPr>
          <p:cNvSpPr txBox="1">
            <a:spLocks noChangeArrowheads="1"/>
          </p:cNvSpPr>
          <p:nvPr/>
        </p:nvSpPr>
        <p:spPr bwMode="auto">
          <a:xfrm>
            <a:off x="54102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br>
              <a:rPr lang="en-US" altLang="en-US" sz="2400" b="0"/>
            </a:br>
            <a:r>
              <a:rPr lang="en-US" altLang="en-US" sz="2400" b="0"/>
              <a:t> 36</a:t>
            </a:r>
          </a:p>
        </p:txBody>
      </p:sp>
      <p:sp>
        <p:nvSpPr>
          <p:cNvPr id="28727" name="Rectangle 97">
            <a:extLst>
              <a:ext uri="{FF2B5EF4-FFF2-40B4-BE49-F238E27FC236}">
                <a16:creationId xmlns:a16="http://schemas.microsoft.com/office/drawing/2014/main" id="{414BDE44-E373-7146-D01F-914B91983645}"/>
              </a:ext>
            </a:extLst>
          </p:cNvPr>
          <p:cNvSpPr>
            <a:spLocks noChangeArrowheads="1"/>
          </p:cNvSpPr>
          <p:nvPr/>
        </p:nvSpPr>
        <p:spPr bwMode="auto">
          <a:xfrm>
            <a:off x="54102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28" name="Text Box 98">
            <a:extLst>
              <a:ext uri="{FF2B5EF4-FFF2-40B4-BE49-F238E27FC236}">
                <a16:creationId xmlns:a16="http://schemas.microsoft.com/office/drawing/2014/main" id="{27AC32E2-11CC-A5F8-BC45-6D61DF556723}"/>
              </a:ext>
            </a:extLst>
          </p:cNvPr>
          <p:cNvSpPr txBox="1">
            <a:spLocks noChangeArrowheads="1"/>
          </p:cNvSpPr>
          <p:nvPr/>
        </p:nvSpPr>
        <p:spPr bwMode="auto">
          <a:xfrm>
            <a:off x="60801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29" name="Text Box 99">
            <a:extLst>
              <a:ext uri="{FF2B5EF4-FFF2-40B4-BE49-F238E27FC236}">
                <a16:creationId xmlns:a16="http://schemas.microsoft.com/office/drawing/2014/main" id="{49CF5FFB-50C5-DDC1-769B-AC44D726E75A}"/>
              </a:ext>
            </a:extLst>
          </p:cNvPr>
          <p:cNvSpPr txBox="1">
            <a:spLocks noChangeArrowheads="1"/>
          </p:cNvSpPr>
          <p:nvPr/>
        </p:nvSpPr>
        <p:spPr bwMode="auto">
          <a:xfrm>
            <a:off x="60960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37 47</a:t>
            </a:r>
          </a:p>
        </p:txBody>
      </p:sp>
      <p:sp>
        <p:nvSpPr>
          <p:cNvPr id="28730" name="Rectangle 100">
            <a:extLst>
              <a:ext uri="{FF2B5EF4-FFF2-40B4-BE49-F238E27FC236}">
                <a16:creationId xmlns:a16="http://schemas.microsoft.com/office/drawing/2014/main" id="{1B5A0413-7AA6-B392-3C93-D2DCA2C3B7CD}"/>
              </a:ext>
            </a:extLst>
          </p:cNvPr>
          <p:cNvSpPr>
            <a:spLocks noChangeArrowheads="1"/>
          </p:cNvSpPr>
          <p:nvPr/>
        </p:nvSpPr>
        <p:spPr bwMode="auto">
          <a:xfrm>
            <a:off x="60960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31" name="Text Box 101">
            <a:extLst>
              <a:ext uri="{FF2B5EF4-FFF2-40B4-BE49-F238E27FC236}">
                <a16:creationId xmlns:a16="http://schemas.microsoft.com/office/drawing/2014/main" id="{30197DED-3F5C-C41D-650C-ED71D0235E13}"/>
              </a:ext>
            </a:extLst>
          </p:cNvPr>
          <p:cNvSpPr txBox="1">
            <a:spLocks noChangeArrowheads="1"/>
          </p:cNvSpPr>
          <p:nvPr/>
        </p:nvSpPr>
        <p:spPr bwMode="auto">
          <a:xfrm>
            <a:off x="6613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32" name="Text Box 102">
            <a:extLst>
              <a:ext uri="{FF2B5EF4-FFF2-40B4-BE49-F238E27FC236}">
                <a16:creationId xmlns:a16="http://schemas.microsoft.com/office/drawing/2014/main" id="{6884E85A-FC71-D174-767C-7EAE4F706DC8}"/>
              </a:ext>
            </a:extLst>
          </p:cNvPr>
          <p:cNvSpPr txBox="1">
            <a:spLocks noChangeArrowheads="1"/>
          </p:cNvSpPr>
          <p:nvPr/>
        </p:nvSpPr>
        <p:spPr bwMode="auto">
          <a:xfrm>
            <a:off x="6781800" y="3124200"/>
            <a:ext cx="685800" cy="120015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r>
              <a:rPr lang="en-US" altLang="en-US" sz="2400" b="0"/>
              <a:t>58</a:t>
            </a:r>
            <a:br>
              <a:rPr lang="en-US" altLang="en-US" sz="2800" b="0"/>
            </a:br>
            <a:r>
              <a:rPr lang="en-US" altLang="en-US" sz="2400" b="0"/>
              <a:t>1888</a:t>
            </a:r>
          </a:p>
        </p:txBody>
      </p:sp>
      <p:sp>
        <p:nvSpPr>
          <p:cNvPr id="28733" name="Rectangle 103">
            <a:extLst>
              <a:ext uri="{FF2B5EF4-FFF2-40B4-BE49-F238E27FC236}">
                <a16:creationId xmlns:a16="http://schemas.microsoft.com/office/drawing/2014/main" id="{160DD002-0408-D554-B683-C94908DF9DCE}"/>
              </a:ext>
            </a:extLst>
          </p:cNvPr>
          <p:cNvSpPr>
            <a:spLocks noChangeArrowheads="1"/>
          </p:cNvSpPr>
          <p:nvPr/>
        </p:nvSpPr>
        <p:spPr bwMode="auto">
          <a:xfrm>
            <a:off x="6781800" y="2895600"/>
            <a:ext cx="6858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8734" name="Text Box 104">
            <a:extLst>
              <a:ext uri="{FF2B5EF4-FFF2-40B4-BE49-F238E27FC236}">
                <a16:creationId xmlns:a16="http://schemas.microsoft.com/office/drawing/2014/main" id="{A0C5EC50-681D-1BF8-8807-64096AFDA637}"/>
              </a:ext>
            </a:extLst>
          </p:cNvPr>
          <p:cNvSpPr txBox="1">
            <a:spLocks noChangeArrowheads="1"/>
          </p:cNvSpPr>
          <p:nvPr/>
        </p:nvSpPr>
        <p:spPr bwMode="auto">
          <a:xfrm>
            <a:off x="74517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8735" name="Text Box 105">
            <a:extLst>
              <a:ext uri="{FF2B5EF4-FFF2-40B4-BE49-F238E27FC236}">
                <a16:creationId xmlns:a16="http://schemas.microsoft.com/office/drawing/2014/main" id="{B0FEE60E-F47C-63F5-B86E-BF7519AAEC9B}"/>
              </a:ext>
            </a:extLst>
          </p:cNvPr>
          <p:cNvSpPr txBox="1">
            <a:spLocks noChangeArrowheads="1"/>
          </p:cNvSpPr>
          <p:nvPr/>
        </p:nvSpPr>
        <p:spPr bwMode="auto">
          <a:xfrm>
            <a:off x="74676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9</a:t>
            </a:r>
            <a:br>
              <a:rPr lang="en-US" altLang="en-US" sz="2400" b="0"/>
            </a:br>
            <a:r>
              <a:rPr lang="en-US" altLang="en-US" sz="2400" b="0"/>
              <a:t>99</a:t>
            </a:r>
          </a:p>
        </p:txBody>
      </p:sp>
      <p:sp>
        <p:nvSpPr>
          <p:cNvPr id="28736" name="Rectangle 106">
            <a:extLst>
              <a:ext uri="{FF2B5EF4-FFF2-40B4-BE49-F238E27FC236}">
                <a16:creationId xmlns:a16="http://schemas.microsoft.com/office/drawing/2014/main" id="{79F477C8-1985-7FFA-50B2-7C11FC81C134}"/>
              </a:ext>
            </a:extLst>
          </p:cNvPr>
          <p:cNvSpPr>
            <a:spLocks noChangeArrowheads="1"/>
          </p:cNvSpPr>
          <p:nvPr/>
        </p:nvSpPr>
        <p:spPr bwMode="auto">
          <a:xfrm>
            <a:off x="74676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graphicFrame>
        <p:nvGraphicFramePr>
          <p:cNvPr id="1294446" name="Group 110">
            <a:extLst>
              <a:ext uri="{FF2B5EF4-FFF2-40B4-BE49-F238E27FC236}">
                <a16:creationId xmlns:a16="http://schemas.microsoft.com/office/drawing/2014/main" id="{1D3CF0E5-1594-C44C-16D2-3487CAE72902}"/>
              </a:ext>
            </a:extLst>
          </p:cNvPr>
          <p:cNvGraphicFramePr>
            <a:graphicFrameLocks noGrp="1"/>
          </p:cNvGraphicFramePr>
          <p:nvPr/>
        </p:nvGraphicFramePr>
        <p:xfrm>
          <a:off x="914400" y="55626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Rectangle 1">
            <a:extLst>
              <a:ext uri="{FF2B5EF4-FFF2-40B4-BE49-F238E27FC236}">
                <a16:creationId xmlns:a16="http://schemas.microsoft.com/office/drawing/2014/main" id="{ABB697DB-0823-498F-823C-3F8F014B8DFA}"/>
              </a:ext>
            </a:extLst>
          </p:cNvPr>
          <p:cNvSpPr/>
          <p:nvPr/>
        </p:nvSpPr>
        <p:spPr bwMode="auto">
          <a:xfrm>
            <a:off x="1668463" y="6129338"/>
            <a:ext cx="6873875" cy="728662"/>
          </a:xfrm>
          <a:prstGeom prst="rect">
            <a:avLst/>
          </a:prstGeom>
          <a:solidFill>
            <a:schemeClr val="accent3"/>
          </a:solidFill>
          <a:ln w="12700" cap="flat" cmpd="sng" algn="ctr">
            <a:noFill/>
            <a:prstDash val="solid"/>
            <a:round/>
            <a:headEnd type="none" w="med" len="med"/>
            <a:tailEnd type="none" w="med" len="med"/>
          </a:ln>
          <a:effectLst/>
        </p:spPr>
        <p:txBody>
          <a:bodyPr>
            <a:spAutoFit/>
          </a:bodyPr>
          <a:lstStyle/>
          <a:p>
            <a:pPr algn="ctr">
              <a:spcBef>
                <a:spcPct val="50000"/>
              </a:spcBef>
              <a:defRPr/>
            </a:pPr>
            <a:endParaRPr lang="en-IN"/>
          </a:p>
        </p:txBody>
      </p:sp>
      <p:sp>
        <p:nvSpPr>
          <p:cNvPr id="28768" name="Rectangle 2">
            <a:extLst>
              <a:ext uri="{FF2B5EF4-FFF2-40B4-BE49-F238E27FC236}">
                <a16:creationId xmlns:a16="http://schemas.microsoft.com/office/drawing/2014/main" id="{A40F57D4-784A-A709-4776-FA327C08C2A8}"/>
              </a:ext>
            </a:extLst>
          </p:cNvPr>
          <p:cNvSpPr>
            <a:spLocks noGrp="1" noChangeArrowheads="1"/>
          </p:cNvSpPr>
          <p:nvPr>
            <p:ph type="title"/>
          </p:nvPr>
        </p:nvSpPr>
        <p:spPr>
          <a:xfrm>
            <a:off x="401638" y="550863"/>
            <a:ext cx="3267075" cy="457200"/>
          </a:xfrm>
          <a:solidFill>
            <a:schemeClr val="accent2"/>
          </a:solidFill>
        </p:spPr>
        <p:txBody>
          <a:bodyPr/>
          <a:lstStyle/>
          <a:p>
            <a:pPr eaLnBrk="1" hangingPunct="1"/>
            <a:r>
              <a:rPr lang="en-US" altLang="en-US" sz="2400" b="1"/>
              <a:t>Example:  first pass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3">
            <a:extLst>
              <a:ext uri="{FF2B5EF4-FFF2-40B4-BE49-F238E27FC236}">
                <a16:creationId xmlns:a16="http://schemas.microsoft.com/office/drawing/2014/main" id="{50FF00BF-5183-B292-5A43-90E51F2EDB8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A8419000-199B-46F1-A28B-58F9084C9A62}" type="datetime1">
              <a:rPr lang="en-US" altLang="en-US" sz="1200" smtClean="0"/>
              <a:pPr>
                <a:spcBef>
                  <a:spcPct val="0"/>
                </a:spcBef>
                <a:buClrTx/>
                <a:buSzTx/>
                <a:buFontTx/>
                <a:buNone/>
              </a:pPr>
              <a:t>10/5/2025</a:t>
            </a:fld>
            <a:endParaRPr lang="en-US" altLang="en-US" sz="1200"/>
          </a:p>
        </p:txBody>
      </p:sp>
      <p:sp>
        <p:nvSpPr>
          <p:cNvPr id="29699" name="Rectangle 2">
            <a:extLst>
              <a:ext uri="{FF2B5EF4-FFF2-40B4-BE49-F238E27FC236}">
                <a16:creationId xmlns:a16="http://schemas.microsoft.com/office/drawing/2014/main" id="{CB7855DB-3913-1458-71F3-67D5ADDCBE27}"/>
              </a:ext>
            </a:extLst>
          </p:cNvPr>
          <p:cNvSpPr>
            <a:spLocks noGrp="1" noChangeArrowheads="1"/>
          </p:cNvSpPr>
          <p:nvPr>
            <p:ph type="title"/>
          </p:nvPr>
        </p:nvSpPr>
        <p:spPr>
          <a:xfrm>
            <a:off x="366713" y="460375"/>
            <a:ext cx="3421062" cy="525463"/>
          </a:xfrm>
          <a:solidFill>
            <a:schemeClr val="accent2"/>
          </a:solidFill>
        </p:spPr>
        <p:txBody>
          <a:bodyPr/>
          <a:lstStyle/>
          <a:p>
            <a:pPr eaLnBrk="1" hangingPunct="1"/>
            <a:r>
              <a:rPr lang="en-US" altLang="en-US" sz="2400" b="1"/>
              <a:t>Example: second pass</a:t>
            </a:r>
          </a:p>
        </p:txBody>
      </p:sp>
      <p:graphicFrame>
        <p:nvGraphicFramePr>
          <p:cNvPr id="1295363" name="Group 3">
            <a:extLst>
              <a:ext uri="{FF2B5EF4-FFF2-40B4-BE49-F238E27FC236}">
                <a16:creationId xmlns:a16="http://schemas.microsoft.com/office/drawing/2014/main" id="{5CE66153-46DC-D451-A804-086BE78A661A}"/>
              </a:ext>
            </a:extLst>
          </p:cNvPr>
          <p:cNvGraphicFramePr>
            <a:graphicFrameLocks noGrp="1"/>
          </p:cNvGraphicFramePr>
          <p:nvPr>
            <p:ph idx="1"/>
          </p:nvPr>
        </p:nvGraphicFramePr>
        <p:xfrm>
          <a:off x="990600" y="54102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9730" name="Text Box 33">
            <a:extLst>
              <a:ext uri="{FF2B5EF4-FFF2-40B4-BE49-F238E27FC236}">
                <a16:creationId xmlns:a16="http://schemas.microsoft.com/office/drawing/2014/main" id="{EB459EC4-A06B-8383-C315-E41161CA8873}"/>
              </a:ext>
            </a:extLst>
          </p:cNvPr>
          <p:cNvSpPr txBox="1">
            <a:spLocks noChangeArrowheads="1"/>
          </p:cNvSpPr>
          <p:nvPr/>
        </p:nvSpPr>
        <p:spPr bwMode="auto">
          <a:xfrm>
            <a:off x="1279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31" name="Text Box 34">
            <a:extLst>
              <a:ext uri="{FF2B5EF4-FFF2-40B4-BE49-F238E27FC236}">
                <a16:creationId xmlns:a16="http://schemas.microsoft.com/office/drawing/2014/main" id="{2E75213E-3843-1EC7-8220-6127F21CC745}"/>
              </a:ext>
            </a:extLst>
          </p:cNvPr>
          <p:cNvSpPr txBox="1">
            <a:spLocks noChangeArrowheads="1"/>
          </p:cNvSpPr>
          <p:nvPr/>
        </p:nvSpPr>
        <p:spPr bwMode="auto">
          <a:xfrm>
            <a:off x="12954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r>
              <a:rPr lang="en-US" altLang="en-US" sz="2400" b="0"/>
              <a:t>9</a:t>
            </a:r>
          </a:p>
        </p:txBody>
      </p:sp>
      <p:sp>
        <p:nvSpPr>
          <p:cNvPr id="29732" name="Rectangle 35">
            <a:extLst>
              <a:ext uri="{FF2B5EF4-FFF2-40B4-BE49-F238E27FC236}">
                <a16:creationId xmlns:a16="http://schemas.microsoft.com/office/drawing/2014/main" id="{A82B051A-A515-98A5-257A-74764376F807}"/>
              </a:ext>
            </a:extLst>
          </p:cNvPr>
          <p:cNvSpPr>
            <a:spLocks noChangeArrowheads="1"/>
          </p:cNvSpPr>
          <p:nvPr/>
        </p:nvSpPr>
        <p:spPr bwMode="auto">
          <a:xfrm>
            <a:off x="12954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33" name="AutoShape 36">
            <a:extLst>
              <a:ext uri="{FF2B5EF4-FFF2-40B4-BE49-F238E27FC236}">
                <a16:creationId xmlns:a16="http://schemas.microsoft.com/office/drawing/2014/main" id="{9B353EEC-D443-2C34-2E33-CDD122A52B40}"/>
              </a:ext>
            </a:extLst>
          </p:cNvPr>
          <p:cNvSpPr>
            <a:spLocks noChangeArrowheads="1"/>
          </p:cNvSpPr>
          <p:nvPr/>
        </p:nvSpPr>
        <p:spPr bwMode="auto">
          <a:xfrm>
            <a:off x="4114800" y="21336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34" name="AutoShape 37">
            <a:extLst>
              <a:ext uri="{FF2B5EF4-FFF2-40B4-BE49-F238E27FC236}">
                <a16:creationId xmlns:a16="http://schemas.microsoft.com/office/drawing/2014/main" id="{5BDF9F1A-89B5-B445-C717-6556EADC244B}"/>
              </a:ext>
            </a:extLst>
          </p:cNvPr>
          <p:cNvSpPr>
            <a:spLocks noChangeArrowheads="1"/>
          </p:cNvSpPr>
          <p:nvPr/>
        </p:nvSpPr>
        <p:spPr bwMode="auto">
          <a:xfrm>
            <a:off x="4191000" y="45720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35" name="Text Box 38">
            <a:extLst>
              <a:ext uri="{FF2B5EF4-FFF2-40B4-BE49-F238E27FC236}">
                <a16:creationId xmlns:a16="http://schemas.microsoft.com/office/drawing/2014/main" id="{2635FA99-94E6-E911-31BE-62A09215E19B}"/>
              </a:ext>
            </a:extLst>
          </p:cNvPr>
          <p:cNvSpPr txBox="1">
            <a:spLocks noChangeArrowheads="1"/>
          </p:cNvSpPr>
          <p:nvPr/>
        </p:nvSpPr>
        <p:spPr bwMode="auto">
          <a:xfrm>
            <a:off x="19653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36" name="Text Box 39">
            <a:extLst>
              <a:ext uri="{FF2B5EF4-FFF2-40B4-BE49-F238E27FC236}">
                <a16:creationId xmlns:a16="http://schemas.microsoft.com/office/drawing/2014/main" id="{3B096A35-A76B-DBFD-07D1-AAFB559608BD}"/>
              </a:ext>
            </a:extLst>
          </p:cNvPr>
          <p:cNvSpPr txBox="1">
            <a:spLocks noChangeArrowheads="1"/>
          </p:cNvSpPr>
          <p:nvPr/>
        </p:nvSpPr>
        <p:spPr bwMode="auto">
          <a:xfrm>
            <a:off x="19812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12 </a:t>
            </a:r>
            <a:br>
              <a:rPr lang="en-US" altLang="en-US" sz="2400" b="0"/>
            </a:br>
            <a:r>
              <a:rPr lang="en-US" altLang="en-US" sz="2400" b="0"/>
              <a:t>18</a:t>
            </a:r>
          </a:p>
        </p:txBody>
      </p:sp>
      <p:sp>
        <p:nvSpPr>
          <p:cNvPr id="29737" name="Rectangle 40">
            <a:extLst>
              <a:ext uri="{FF2B5EF4-FFF2-40B4-BE49-F238E27FC236}">
                <a16:creationId xmlns:a16="http://schemas.microsoft.com/office/drawing/2014/main" id="{4354A5C8-73D6-611E-6CE4-22D457B18B4C}"/>
              </a:ext>
            </a:extLst>
          </p:cNvPr>
          <p:cNvSpPr>
            <a:spLocks noChangeArrowheads="1"/>
          </p:cNvSpPr>
          <p:nvPr/>
        </p:nvSpPr>
        <p:spPr bwMode="auto">
          <a:xfrm>
            <a:off x="19812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38" name="Text Box 41">
            <a:extLst>
              <a:ext uri="{FF2B5EF4-FFF2-40B4-BE49-F238E27FC236}">
                <a16:creationId xmlns:a16="http://schemas.microsoft.com/office/drawing/2014/main" id="{8FEAAB27-1DCD-560C-01F3-724E2F6BB287}"/>
              </a:ext>
            </a:extLst>
          </p:cNvPr>
          <p:cNvSpPr txBox="1">
            <a:spLocks noChangeArrowheads="1"/>
          </p:cNvSpPr>
          <p:nvPr/>
        </p:nvSpPr>
        <p:spPr bwMode="auto">
          <a:xfrm>
            <a:off x="26511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39" name="Text Box 42">
            <a:extLst>
              <a:ext uri="{FF2B5EF4-FFF2-40B4-BE49-F238E27FC236}">
                <a16:creationId xmlns:a16="http://schemas.microsoft.com/office/drawing/2014/main" id="{A24300FB-1AE2-9709-A773-90534761247B}"/>
              </a:ext>
            </a:extLst>
          </p:cNvPr>
          <p:cNvSpPr txBox="1">
            <a:spLocks noChangeArrowheads="1"/>
          </p:cNvSpPr>
          <p:nvPr/>
        </p:nvSpPr>
        <p:spPr bwMode="auto">
          <a:xfrm>
            <a:off x="26670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20</a:t>
            </a:r>
          </a:p>
        </p:txBody>
      </p:sp>
      <p:sp>
        <p:nvSpPr>
          <p:cNvPr id="29740" name="Rectangle 43">
            <a:extLst>
              <a:ext uri="{FF2B5EF4-FFF2-40B4-BE49-F238E27FC236}">
                <a16:creationId xmlns:a16="http://schemas.microsoft.com/office/drawing/2014/main" id="{41152476-3513-4F54-4773-2AD7AC20F3B9}"/>
              </a:ext>
            </a:extLst>
          </p:cNvPr>
          <p:cNvSpPr>
            <a:spLocks noChangeArrowheads="1"/>
          </p:cNvSpPr>
          <p:nvPr/>
        </p:nvSpPr>
        <p:spPr bwMode="auto">
          <a:xfrm>
            <a:off x="26670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41" name="Text Box 44">
            <a:extLst>
              <a:ext uri="{FF2B5EF4-FFF2-40B4-BE49-F238E27FC236}">
                <a16:creationId xmlns:a16="http://schemas.microsoft.com/office/drawing/2014/main" id="{832488FF-7815-FC97-5E64-6611BE0326DD}"/>
              </a:ext>
            </a:extLst>
          </p:cNvPr>
          <p:cNvSpPr txBox="1">
            <a:spLocks noChangeArrowheads="1"/>
          </p:cNvSpPr>
          <p:nvPr/>
        </p:nvSpPr>
        <p:spPr bwMode="auto">
          <a:xfrm>
            <a:off x="33369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42" name="Text Box 45">
            <a:extLst>
              <a:ext uri="{FF2B5EF4-FFF2-40B4-BE49-F238E27FC236}">
                <a16:creationId xmlns:a16="http://schemas.microsoft.com/office/drawing/2014/main" id="{37F3FB23-3E30-04F5-60B9-7EB4BE0B4A44}"/>
              </a:ext>
            </a:extLst>
          </p:cNvPr>
          <p:cNvSpPr txBox="1">
            <a:spLocks noChangeArrowheads="1"/>
          </p:cNvSpPr>
          <p:nvPr/>
        </p:nvSpPr>
        <p:spPr bwMode="auto">
          <a:xfrm>
            <a:off x="33528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3637</a:t>
            </a:r>
          </a:p>
        </p:txBody>
      </p:sp>
      <p:sp>
        <p:nvSpPr>
          <p:cNvPr id="29743" name="Rectangle 46">
            <a:extLst>
              <a:ext uri="{FF2B5EF4-FFF2-40B4-BE49-F238E27FC236}">
                <a16:creationId xmlns:a16="http://schemas.microsoft.com/office/drawing/2014/main" id="{83D283A7-9B2D-AA72-6613-ABA4DAD1D2FA}"/>
              </a:ext>
            </a:extLst>
          </p:cNvPr>
          <p:cNvSpPr>
            <a:spLocks noChangeArrowheads="1"/>
          </p:cNvSpPr>
          <p:nvPr/>
        </p:nvSpPr>
        <p:spPr bwMode="auto">
          <a:xfrm>
            <a:off x="33528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44" name="Text Box 47">
            <a:extLst>
              <a:ext uri="{FF2B5EF4-FFF2-40B4-BE49-F238E27FC236}">
                <a16:creationId xmlns:a16="http://schemas.microsoft.com/office/drawing/2014/main" id="{3B93006B-30ED-FDC8-A8FA-312B6AD7FD69}"/>
              </a:ext>
            </a:extLst>
          </p:cNvPr>
          <p:cNvSpPr txBox="1">
            <a:spLocks noChangeArrowheads="1"/>
          </p:cNvSpPr>
          <p:nvPr/>
        </p:nvSpPr>
        <p:spPr bwMode="auto">
          <a:xfrm>
            <a:off x="40227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45" name="Text Box 48">
            <a:extLst>
              <a:ext uri="{FF2B5EF4-FFF2-40B4-BE49-F238E27FC236}">
                <a16:creationId xmlns:a16="http://schemas.microsoft.com/office/drawing/2014/main" id="{32E2C871-4642-DCF3-A4E5-AD96D8ED8EEB}"/>
              </a:ext>
            </a:extLst>
          </p:cNvPr>
          <p:cNvSpPr txBox="1">
            <a:spLocks noChangeArrowheads="1"/>
          </p:cNvSpPr>
          <p:nvPr/>
        </p:nvSpPr>
        <p:spPr bwMode="auto">
          <a:xfrm>
            <a:off x="40386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r>
              <a:rPr lang="en-US" altLang="en-US" sz="2400" b="0"/>
              <a:t>47</a:t>
            </a:r>
          </a:p>
        </p:txBody>
      </p:sp>
      <p:sp>
        <p:nvSpPr>
          <p:cNvPr id="29746" name="Rectangle 49">
            <a:extLst>
              <a:ext uri="{FF2B5EF4-FFF2-40B4-BE49-F238E27FC236}">
                <a16:creationId xmlns:a16="http://schemas.microsoft.com/office/drawing/2014/main" id="{DFB07E2F-EF77-15E9-37F8-D9119AF6AE35}"/>
              </a:ext>
            </a:extLst>
          </p:cNvPr>
          <p:cNvSpPr>
            <a:spLocks noChangeArrowheads="1"/>
          </p:cNvSpPr>
          <p:nvPr/>
        </p:nvSpPr>
        <p:spPr bwMode="auto">
          <a:xfrm>
            <a:off x="40386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47" name="Text Box 50">
            <a:extLst>
              <a:ext uri="{FF2B5EF4-FFF2-40B4-BE49-F238E27FC236}">
                <a16:creationId xmlns:a16="http://schemas.microsoft.com/office/drawing/2014/main" id="{55215D0A-19E6-75B2-60F9-38D5CECB2827}"/>
              </a:ext>
            </a:extLst>
          </p:cNvPr>
          <p:cNvSpPr txBox="1">
            <a:spLocks noChangeArrowheads="1"/>
          </p:cNvSpPr>
          <p:nvPr/>
        </p:nvSpPr>
        <p:spPr bwMode="auto">
          <a:xfrm>
            <a:off x="4708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48" name="Text Box 51">
            <a:extLst>
              <a:ext uri="{FF2B5EF4-FFF2-40B4-BE49-F238E27FC236}">
                <a16:creationId xmlns:a16="http://schemas.microsoft.com/office/drawing/2014/main" id="{7347D7F3-B1D0-AE9E-AC73-0C372A6EE02E}"/>
              </a:ext>
            </a:extLst>
          </p:cNvPr>
          <p:cNvSpPr txBox="1">
            <a:spLocks noChangeArrowheads="1"/>
          </p:cNvSpPr>
          <p:nvPr/>
        </p:nvSpPr>
        <p:spPr bwMode="auto">
          <a:xfrm>
            <a:off x="47244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52  58</a:t>
            </a:r>
          </a:p>
        </p:txBody>
      </p:sp>
      <p:sp>
        <p:nvSpPr>
          <p:cNvPr id="29749" name="Rectangle 52">
            <a:extLst>
              <a:ext uri="{FF2B5EF4-FFF2-40B4-BE49-F238E27FC236}">
                <a16:creationId xmlns:a16="http://schemas.microsoft.com/office/drawing/2014/main" id="{321F8BC8-2476-0456-7CEC-7F23718EEF59}"/>
              </a:ext>
            </a:extLst>
          </p:cNvPr>
          <p:cNvSpPr>
            <a:spLocks noChangeArrowheads="1"/>
          </p:cNvSpPr>
          <p:nvPr/>
        </p:nvSpPr>
        <p:spPr bwMode="auto">
          <a:xfrm>
            <a:off x="47244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50" name="Text Box 53">
            <a:extLst>
              <a:ext uri="{FF2B5EF4-FFF2-40B4-BE49-F238E27FC236}">
                <a16:creationId xmlns:a16="http://schemas.microsoft.com/office/drawing/2014/main" id="{F7FF72A2-3DFB-53C0-D33E-D4A3D3917D35}"/>
              </a:ext>
            </a:extLst>
          </p:cNvPr>
          <p:cNvSpPr txBox="1">
            <a:spLocks noChangeArrowheads="1"/>
          </p:cNvSpPr>
          <p:nvPr/>
        </p:nvSpPr>
        <p:spPr bwMode="auto">
          <a:xfrm>
            <a:off x="53943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51" name="Text Box 54">
            <a:extLst>
              <a:ext uri="{FF2B5EF4-FFF2-40B4-BE49-F238E27FC236}">
                <a16:creationId xmlns:a16="http://schemas.microsoft.com/office/drawing/2014/main" id="{C6DFACF9-7629-2ED2-618F-CCF612CB55E5}"/>
              </a:ext>
            </a:extLst>
          </p:cNvPr>
          <p:cNvSpPr txBox="1">
            <a:spLocks noChangeArrowheads="1"/>
          </p:cNvSpPr>
          <p:nvPr/>
        </p:nvSpPr>
        <p:spPr bwMode="auto">
          <a:xfrm>
            <a:off x="54102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63</a:t>
            </a:r>
            <a:br>
              <a:rPr lang="en-US" altLang="en-US" sz="2400" b="0"/>
            </a:br>
            <a:r>
              <a:rPr lang="en-US" altLang="en-US" sz="2400" b="0"/>
              <a:t>64</a:t>
            </a:r>
          </a:p>
        </p:txBody>
      </p:sp>
      <p:sp>
        <p:nvSpPr>
          <p:cNvPr id="29752" name="Rectangle 55">
            <a:extLst>
              <a:ext uri="{FF2B5EF4-FFF2-40B4-BE49-F238E27FC236}">
                <a16:creationId xmlns:a16="http://schemas.microsoft.com/office/drawing/2014/main" id="{B9FA8FEA-7BF1-5236-4746-9AAF789A982B}"/>
              </a:ext>
            </a:extLst>
          </p:cNvPr>
          <p:cNvSpPr>
            <a:spLocks noChangeArrowheads="1"/>
          </p:cNvSpPr>
          <p:nvPr/>
        </p:nvSpPr>
        <p:spPr bwMode="auto">
          <a:xfrm>
            <a:off x="54102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53" name="Text Box 56">
            <a:extLst>
              <a:ext uri="{FF2B5EF4-FFF2-40B4-BE49-F238E27FC236}">
                <a16:creationId xmlns:a16="http://schemas.microsoft.com/office/drawing/2014/main" id="{1768E0BF-03D8-A485-4D7A-B58589DDE899}"/>
              </a:ext>
            </a:extLst>
          </p:cNvPr>
          <p:cNvSpPr txBox="1">
            <a:spLocks noChangeArrowheads="1"/>
          </p:cNvSpPr>
          <p:nvPr/>
        </p:nvSpPr>
        <p:spPr bwMode="auto">
          <a:xfrm>
            <a:off x="60801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54" name="Text Box 57">
            <a:extLst>
              <a:ext uri="{FF2B5EF4-FFF2-40B4-BE49-F238E27FC236}">
                <a16:creationId xmlns:a16="http://schemas.microsoft.com/office/drawing/2014/main" id="{7A3940EE-58B5-A6F8-CD7D-61AB17E74DAE}"/>
              </a:ext>
            </a:extLst>
          </p:cNvPr>
          <p:cNvSpPr txBox="1">
            <a:spLocks noChangeArrowheads="1"/>
          </p:cNvSpPr>
          <p:nvPr/>
        </p:nvSpPr>
        <p:spPr bwMode="auto">
          <a:xfrm>
            <a:off x="60960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endParaRPr lang="en-US" altLang="en-US" sz="2400" b="0"/>
          </a:p>
        </p:txBody>
      </p:sp>
      <p:sp>
        <p:nvSpPr>
          <p:cNvPr id="29755" name="Rectangle 58">
            <a:extLst>
              <a:ext uri="{FF2B5EF4-FFF2-40B4-BE49-F238E27FC236}">
                <a16:creationId xmlns:a16="http://schemas.microsoft.com/office/drawing/2014/main" id="{E1FDFDA7-89C6-2995-AA1F-B5B041BB302B}"/>
              </a:ext>
            </a:extLst>
          </p:cNvPr>
          <p:cNvSpPr>
            <a:spLocks noChangeArrowheads="1"/>
          </p:cNvSpPr>
          <p:nvPr/>
        </p:nvSpPr>
        <p:spPr bwMode="auto">
          <a:xfrm>
            <a:off x="60960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56" name="Text Box 59">
            <a:extLst>
              <a:ext uri="{FF2B5EF4-FFF2-40B4-BE49-F238E27FC236}">
                <a16:creationId xmlns:a16="http://schemas.microsoft.com/office/drawing/2014/main" id="{26659DEC-0DD3-AD4F-CA41-A5CC925068B1}"/>
              </a:ext>
            </a:extLst>
          </p:cNvPr>
          <p:cNvSpPr txBox="1">
            <a:spLocks noChangeArrowheads="1"/>
          </p:cNvSpPr>
          <p:nvPr/>
        </p:nvSpPr>
        <p:spPr bwMode="auto">
          <a:xfrm>
            <a:off x="66135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57" name="Text Box 60">
            <a:extLst>
              <a:ext uri="{FF2B5EF4-FFF2-40B4-BE49-F238E27FC236}">
                <a16:creationId xmlns:a16="http://schemas.microsoft.com/office/drawing/2014/main" id="{559E3601-EC8A-46E3-AFCC-0E50892C90A1}"/>
              </a:ext>
            </a:extLst>
          </p:cNvPr>
          <p:cNvSpPr txBox="1">
            <a:spLocks noChangeArrowheads="1"/>
          </p:cNvSpPr>
          <p:nvPr/>
        </p:nvSpPr>
        <p:spPr bwMode="auto">
          <a:xfrm>
            <a:off x="6781800" y="3124200"/>
            <a:ext cx="685800" cy="1200150"/>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400" b="0"/>
            </a:br>
            <a:br>
              <a:rPr lang="en-US" altLang="en-US" sz="2400" b="0"/>
            </a:br>
            <a:r>
              <a:rPr lang="en-US" altLang="en-US" sz="2400" b="0"/>
              <a:t>88</a:t>
            </a:r>
          </a:p>
        </p:txBody>
      </p:sp>
      <p:sp>
        <p:nvSpPr>
          <p:cNvPr id="29758" name="Text Box 62">
            <a:extLst>
              <a:ext uri="{FF2B5EF4-FFF2-40B4-BE49-F238E27FC236}">
                <a16:creationId xmlns:a16="http://schemas.microsoft.com/office/drawing/2014/main" id="{704C69A5-068D-AFE7-B2B9-6C02CF8788A8}"/>
              </a:ext>
            </a:extLst>
          </p:cNvPr>
          <p:cNvSpPr txBox="1">
            <a:spLocks noChangeArrowheads="1"/>
          </p:cNvSpPr>
          <p:nvPr/>
        </p:nvSpPr>
        <p:spPr bwMode="auto">
          <a:xfrm>
            <a:off x="7451725" y="2836863"/>
            <a:ext cx="22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b="0">
              <a:solidFill>
                <a:schemeClr val="tx2"/>
              </a:solidFill>
            </a:endParaRPr>
          </a:p>
        </p:txBody>
      </p:sp>
      <p:sp>
        <p:nvSpPr>
          <p:cNvPr id="29759" name="Text Box 63">
            <a:extLst>
              <a:ext uri="{FF2B5EF4-FFF2-40B4-BE49-F238E27FC236}">
                <a16:creationId xmlns:a16="http://schemas.microsoft.com/office/drawing/2014/main" id="{FE29DE1C-B6FC-11D5-ADEE-69E8BDD17C1D}"/>
              </a:ext>
            </a:extLst>
          </p:cNvPr>
          <p:cNvSpPr txBox="1">
            <a:spLocks noChangeArrowheads="1"/>
          </p:cNvSpPr>
          <p:nvPr/>
        </p:nvSpPr>
        <p:spPr bwMode="auto">
          <a:xfrm>
            <a:off x="7467600" y="3048000"/>
            <a:ext cx="685800" cy="1262063"/>
          </a:xfrm>
          <a:prstGeom prst="rect">
            <a:avLst/>
          </a:prstGeom>
          <a:noFill/>
          <a:ln w="12700" algn="ctr">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br>
              <a:rPr lang="en-US" altLang="en-US" sz="2800" b="0"/>
            </a:br>
            <a:r>
              <a:rPr lang="en-US" altLang="en-US" sz="2400" b="0"/>
              <a:t> </a:t>
            </a:r>
            <a:br>
              <a:rPr lang="en-US" altLang="en-US" sz="2400" b="0"/>
            </a:br>
            <a:r>
              <a:rPr lang="en-US" altLang="en-US" sz="2400" b="0"/>
              <a:t>99</a:t>
            </a:r>
          </a:p>
        </p:txBody>
      </p:sp>
      <p:sp>
        <p:nvSpPr>
          <p:cNvPr id="29760" name="Rectangle 64">
            <a:extLst>
              <a:ext uri="{FF2B5EF4-FFF2-40B4-BE49-F238E27FC236}">
                <a16:creationId xmlns:a16="http://schemas.microsoft.com/office/drawing/2014/main" id="{E64068AE-8E8E-66D7-E534-CF385F095474}"/>
              </a:ext>
            </a:extLst>
          </p:cNvPr>
          <p:cNvSpPr>
            <a:spLocks noChangeArrowheads="1"/>
          </p:cNvSpPr>
          <p:nvPr/>
        </p:nvSpPr>
        <p:spPr bwMode="auto">
          <a:xfrm>
            <a:off x="7467600" y="2819400"/>
            <a:ext cx="739775" cy="314325"/>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graphicFrame>
        <p:nvGraphicFramePr>
          <p:cNvPr id="1295425" name="Group 65">
            <a:extLst>
              <a:ext uri="{FF2B5EF4-FFF2-40B4-BE49-F238E27FC236}">
                <a16:creationId xmlns:a16="http://schemas.microsoft.com/office/drawing/2014/main" id="{D4E5B208-E712-22AA-76E7-B7882F858B8F}"/>
              </a:ext>
            </a:extLst>
          </p:cNvPr>
          <p:cNvGraphicFramePr>
            <a:graphicFrameLocks noGrp="1"/>
          </p:cNvGraphicFramePr>
          <p:nvPr/>
        </p:nvGraphicFramePr>
        <p:xfrm>
          <a:off x="838200" y="13716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9791" name="Rectangle 95">
            <a:extLst>
              <a:ext uri="{FF2B5EF4-FFF2-40B4-BE49-F238E27FC236}">
                <a16:creationId xmlns:a16="http://schemas.microsoft.com/office/drawing/2014/main" id="{DA4061C9-2F87-7103-8D31-E74181B1B853}"/>
              </a:ext>
            </a:extLst>
          </p:cNvPr>
          <p:cNvSpPr>
            <a:spLocks noChangeArrowheads="1"/>
          </p:cNvSpPr>
          <p:nvPr/>
        </p:nvSpPr>
        <p:spPr bwMode="auto">
          <a:xfrm>
            <a:off x="6781800" y="2895600"/>
            <a:ext cx="685800" cy="304800"/>
          </a:xfrm>
          <a:prstGeom prst="rect">
            <a:avLst/>
          </a:prstGeom>
          <a:solidFill>
            <a:schemeClr val="bg1"/>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29792" name="Rectangle 1">
            <a:extLst>
              <a:ext uri="{FF2B5EF4-FFF2-40B4-BE49-F238E27FC236}">
                <a16:creationId xmlns:a16="http://schemas.microsoft.com/office/drawing/2014/main" id="{7045BF1B-8F42-64C8-351C-8288B2899735}"/>
              </a:ext>
            </a:extLst>
          </p:cNvPr>
          <p:cNvSpPr>
            <a:spLocks noChangeArrowheads="1"/>
          </p:cNvSpPr>
          <p:nvPr/>
        </p:nvSpPr>
        <p:spPr bwMode="auto">
          <a:xfrm>
            <a:off x="1498600" y="5900738"/>
            <a:ext cx="6858000" cy="881062"/>
          </a:xfrm>
          <a:prstGeom prst="rect">
            <a:avLst/>
          </a:prstGeom>
          <a:solidFill>
            <a:schemeClr val="bg1"/>
          </a:solidFill>
          <a:ln>
            <a:noFill/>
          </a:ln>
          <a:extLst>
            <a:ext uri="{91240B29-F687-4F45-9708-019B960494DF}">
              <a14:hiddenLine xmlns:a14="http://schemas.microsoft.com/office/drawing/2010/main" w="12700"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IN" altLang="en-US" sz="2000">
              <a:solidFill>
                <a:schemeClr val="tx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Date Placeholder 3">
            <a:extLst>
              <a:ext uri="{FF2B5EF4-FFF2-40B4-BE49-F238E27FC236}">
                <a16:creationId xmlns:a16="http://schemas.microsoft.com/office/drawing/2014/main" id="{BD623A24-7CB8-F896-EDD4-173254060D7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87B24F29-AF76-4F75-B42B-86650C0F2A94}" type="datetime1">
              <a:rPr lang="en-US" altLang="en-US" sz="1200" smtClean="0"/>
              <a:pPr>
                <a:spcBef>
                  <a:spcPct val="0"/>
                </a:spcBef>
                <a:buClrTx/>
                <a:buSzTx/>
                <a:buFontTx/>
                <a:buNone/>
              </a:pPr>
              <a:t>10/5/2025</a:t>
            </a:fld>
            <a:endParaRPr lang="en-US" altLang="en-US" sz="1200"/>
          </a:p>
        </p:txBody>
      </p:sp>
      <p:sp>
        <p:nvSpPr>
          <p:cNvPr id="30723" name="Rectangle 2">
            <a:extLst>
              <a:ext uri="{FF2B5EF4-FFF2-40B4-BE49-F238E27FC236}">
                <a16:creationId xmlns:a16="http://schemas.microsoft.com/office/drawing/2014/main" id="{D6ED891B-00D1-AC0D-93BF-8589A7BFF216}"/>
              </a:ext>
            </a:extLst>
          </p:cNvPr>
          <p:cNvSpPr>
            <a:spLocks noGrp="1" noChangeArrowheads="1"/>
          </p:cNvSpPr>
          <p:nvPr>
            <p:ph type="title"/>
          </p:nvPr>
        </p:nvSpPr>
        <p:spPr>
          <a:xfrm>
            <a:off x="236538" y="495300"/>
            <a:ext cx="4411662" cy="457200"/>
          </a:xfrm>
          <a:solidFill>
            <a:schemeClr val="accent2"/>
          </a:solidFill>
        </p:spPr>
        <p:txBody>
          <a:bodyPr/>
          <a:lstStyle/>
          <a:p>
            <a:pPr eaLnBrk="1" hangingPunct="1"/>
            <a:r>
              <a:rPr lang="en-US" altLang="en-US" sz="2400" b="1"/>
              <a:t>Example: 1</a:t>
            </a:r>
            <a:r>
              <a:rPr lang="en-US" altLang="en-US" sz="2400" b="1" baseline="30000"/>
              <a:t>st</a:t>
            </a:r>
            <a:r>
              <a:rPr lang="en-US" altLang="en-US" sz="2400" b="1"/>
              <a:t> and 2</a:t>
            </a:r>
            <a:r>
              <a:rPr lang="en-US" altLang="en-US" sz="2400" b="1" baseline="30000"/>
              <a:t>nd</a:t>
            </a:r>
            <a:r>
              <a:rPr lang="en-US" altLang="en-US" sz="2400" b="1"/>
              <a:t> passes</a:t>
            </a:r>
          </a:p>
        </p:txBody>
      </p:sp>
      <p:graphicFrame>
        <p:nvGraphicFramePr>
          <p:cNvPr id="1296388" name="Group 4">
            <a:extLst>
              <a:ext uri="{FF2B5EF4-FFF2-40B4-BE49-F238E27FC236}">
                <a16:creationId xmlns:a16="http://schemas.microsoft.com/office/drawing/2014/main" id="{D908E6C3-B1B7-71BA-67C3-78F0C0918636}"/>
              </a:ext>
            </a:extLst>
          </p:cNvPr>
          <p:cNvGraphicFramePr>
            <a:graphicFrameLocks noGrp="1"/>
          </p:cNvGraphicFramePr>
          <p:nvPr/>
        </p:nvGraphicFramePr>
        <p:xfrm>
          <a:off x="914400" y="16002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0754" name="AutoShape 34">
            <a:extLst>
              <a:ext uri="{FF2B5EF4-FFF2-40B4-BE49-F238E27FC236}">
                <a16:creationId xmlns:a16="http://schemas.microsoft.com/office/drawing/2014/main" id="{F876518F-B662-D277-D2DE-B46022642BCC}"/>
              </a:ext>
            </a:extLst>
          </p:cNvPr>
          <p:cNvSpPr>
            <a:spLocks noChangeArrowheads="1"/>
          </p:cNvSpPr>
          <p:nvPr/>
        </p:nvSpPr>
        <p:spPr bwMode="auto">
          <a:xfrm>
            <a:off x="4267200" y="22860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sp>
        <p:nvSpPr>
          <p:cNvPr id="30755" name="AutoShape 35">
            <a:extLst>
              <a:ext uri="{FF2B5EF4-FFF2-40B4-BE49-F238E27FC236}">
                <a16:creationId xmlns:a16="http://schemas.microsoft.com/office/drawing/2014/main" id="{54BB0920-D024-B1C1-FAF6-D5D17FB62E71}"/>
              </a:ext>
            </a:extLst>
          </p:cNvPr>
          <p:cNvSpPr>
            <a:spLocks noChangeArrowheads="1"/>
          </p:cNvSpPr>
          <p:nvPr/>
        </p:nvSpPr>
        <p:spPr bwMode="auto">
          <a:xfrm>
            <a:off x="4191000" y="4267200"/>
            <a:ext cx="914400" cy="609600"/>
          </a:xfrm>
          <a:prstGeom prst="downArrow">
            <a:avLst>
              <a:gd name="adj1" fmla="val 50000"/>
              <a:gd name="adj2" fmla="val 25000"/>
            </a:avLst>
          </a:prstGeom>
          <a:noFill/>
          <a:ln w="12700"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50000"/>
              </a:spcBef>
              <a:buClrTx/>
              <a:buSzTx/>
              <a:buFontTx/>
              <a:buNone/>
            </a:pPr>
            <a:endParaRPr lang="en-US" altLang="en-US" sz="2000">
              <a:solidFill>
                <a:schemeClr val="tx2"/>
              </a:solidFill>
            </a:endParaRPr>
          </a:p>
        </p:txBody>
      </p:sp>
      <p:graphicFrame>
        <p:nvGraphicFramePr>
          <p:cNvPr id="1296420" name="Group 36">
            <a:extLst>
              <a:ext uri="{FF2B5EF4-FFF2-40B4-BE49-F238E27FC236}">
                <a16:creationId xmlns:a16="http://schemas.microsoft.com/office/drawing/2014/main" id="{CD75F80E-A5DF-8B13-BC0C-4DB15549139E}"/>
              </a:ext>
            </a:extLst>
          </p:cNvPr>
          <p:cNvGraphicFramePr>
            <a:graphicFrameLocks noGrp="1"/>
          </p:cNvGraphicFramePr>
          <p:nvPr/>
        </p:nvGraphicFramePr>
        <p:xfrm>
          <a:off x="914400" y="33528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dirty="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96450" name="Group 66">
            <a:extLst>
              <a:ext uri="{FF2B5EF4-FFF2-40B4-BE49-F238E27FC236}">
                <a16:creationId xmlns:a16="http://schemas.microsoft.com/office/drawing/2014/main" id="{A61F8CEE-F5F6-D843-E6DA-5BD69E67F227}"/>
              </a:ext>
            </a:extLst>
          </p:cNvPr>
          <p:cNvGraphicFramePr>
            <a:graphicFrameLocks noGrp="1"/>
          </p:cNvGraphicFramePr>
          <p:nvPr/>
        </p:nvGraphicFramePr>
        <p:xfrm>
          <a:off x="990600" y="5105400"/>
          <a:ext cx="7620000" cy="457200"/>
        </p:xfrm>
        <a:graphic>
          <a:graphicData uri="http://schemas.openxmlformats.org/drawingml/2006/table">
            <a:tbl>
              <a:tblPr/>
              <a:tblGrid>
                <a:gridCol w="585788">
                  <a:extLst>
                    <a:ext uri="{9D8B030D-6E8A-4147-A177-3AD203B41FA5}">
                      <a16:colId xmlns:a16="http://schemas.microsoft.com/office/drawing/2014/main" val="20000"/>
                    </a:ext>
                  </a:extLst>
                </a:gridCol>
                <a:gridCol w="587375">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7375">
                  <a:extLst>
                    <a:ext uri="{9D8B030D-6E8A-4147-A177-3AD203B41FA5}">
                      <a16:colId xmlns:a16="http://schemas.microsoft.com/office/drawing/2014/main" val="20003"/>
                    </a:ext>
                  </a:extLst>
                </a:gridCol>
                <a:gridCol w="585787">
                  <a:extLst>
                    <a:ext uri="{9D8B030D-6E8A-4147-A177-3AD203B41FA5}">
                      <a16:colId xmlns:a16="http://schemas.microsoft.com/office/drawing/2014/main" val="20004"/>
                    </a:ext>
                  </a:extLst>
                </a:gridCol>
                <a:gridCol w="585788">
                  <a:extLst>
                    <a:ext uri="{9D8B030D-6E8A-4147-A177-3AD203B41FA5}">
                      <a16:colId xmlns:a16="http://schemas.microsoft.com/office/drawing/2014/main" val="20005"/>
                    </a:ext>
                  </a:extLst>
                </a:gridCol>
                <a:gridCol w="587375">
                  <a:extLst>
                    <a:ext uri="{9D8B030D-6E8A-4147-A177-3AD203B41FA5}">
                      <a16:colId xmlns:a16="http://schemas.microsoft.com/office/drawing/2014/main" val="20006"/>
                    </a:ext>
                  </a:extLst>
                </a:gridCol>
                <a:gridCol w="585787">
                  <a:extLst>
                    <a:ext uri="{9D8B030D-6E8A-4147-A177-3AD203B41FA5}">
                      <a16:colId xmlns:a16="http://schemas.microsoft.com/office/drawing/2014/main" val="20007"/>
                    </a:ext>
                  </a:extLst>
                </a:gridCol>
                <a:gridCol w="585788">
                  <a:extLst>
                    <a:ext uri="{9D8B030D-6E8A-4147-A177-3AD203B41FA5}">
                      <a16:colId xmlns:a16="http://schemas.microsoft.com/office/drawing/2014/main" val="20008"/>
                    </a:ext>
                  </a:extLst>
                </a:gridCol>
                <a:gridCol w="587375">
                  <a:extLst>
                    <a:ext uri="{9D8B030D-6E8A-4147-A177-3AD203B41FA5}">
                      <a16:colId xmlns:a16="http://schemas.microsoft.com/office/drawing/2014/main" val="20009"/>
                    </a:ext>
                  </a:extLst>
                </a:gridCol>
                <a:gridCol w="584200">
                  <a:extLst>
                    <a:ext uri="{9D8B030D-6E8A-4147-A177-3AD203B41FA5}">
                      <a16:colId xmlns:a16="http://schemas.microsoft.com/office/drawing/2014/main" val="20010"/>
                    </a:ext>
                  </a:extLst>
                </a:gridCol>
                <a:gridCol w="587375">
                  <a:extLst>
                    <a:ext uri="{9D8B030D-6E8A-4147-A177-3AD203B41FA5}">
                      <a16:colId xmlns:a16="http://schemas.microsoft.com/office/drawing/2014/main" val="20011"/>
                    </a:ext>
                  </a:extLst>
                </a:gridCol>
                <a:gridCol w="585787">
                  <a:extLst>
                    <a:ext uri="{9D8B030D-6E8A-4147-A177-3AD203B41FA5}">
                      <a16:colId xmlns:a16="http://schemas.microsoft.com/office/drawing/2014/main" val="20012"/>
                    </a:ext>
                  </a:extLst>
                </a:gridCol>
              </a:tblGrid>
              <a:tr h="457200">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sz="2800">
                          <a:solidFill>
                            <a:schemeClr val="tx1"/>
                          </a:solidFill>
                          <a:latin typeface="Comic Sans MS" panose="030F0702030302020204" pitchFamily="66" charset="0"/>
                        </a:defRPr>
                      </a:lvl1pPr>
                      <a:lvl2pPr algn="l">
                        <a:spcBef>
                          <a:spcPct val="20000"/>
                        </a:spcBef>
                        <a:buClr>
                          <a:schemeClr val="hlink"/>
                        </a:buClr>
                        <a:buSzPct val="55000"/>
                        <a:buFont typeface="Wingdings" panose="05000000000000000000" pitchFamily="2" charset="2"/>
                        <a:defRPr sz="2400">
                          <a:solidFill>
                            <a:schemeClr val="tx1"/>
                          </a:solidFill>
                          <a:latin typeface="Comic Sans MS" panose="030F0702030302020204" pitchFamily="66" charset="0"/>
                        </a:defRPr>
                      </a:lvl2pPr>
                      <a:lvl3pPr algn="l">
                        <a:spcBef>
                          <a:spcPct val="20000"/>
                        </a:spcBef>
                        <a:buClr>
                          <a:schemeClr val="folHlink"/>
                        </a:buClr>
                        <a:buSzPct val="50000"/>
                        <a:buFont typeface="Wingdings" panose="05000000000000000000" pitchFamily="2" charset="2"/>
                        <a:defRPr sz="2000">
                          <a:solidFill>
                            <a:schemeClr val="tx1"/>
                          </a:solidFill>
                          <a:latin typeface="Comic Sans MS" panose="030F0702030302020204" pitchFamily="66" charset="0"/>
                        </a:defRPr>
                      </a:lvl3pPr>
                      <a:lvl4pPr algn="l">
                        <a:spcBef>
                          <a:spcPct val="20000"/>
                        </a:spcBef>
                        <a:buClr>
                          <a:schemeClr val="accent2"/>
                        </a:buClr>
                        <a:buSzPct val="55000"/>
                        <a:buFont typeface="Wingdings" panose="05000000000000000000" pitchFamily="2" charset="2"/>
                        <a:defRPr>
                          <a:solidFill>
                            <a:schemeClr val="tx1"/>
                          </a:solidFill>
                          <a:latin typeface="Comic Sans MS" panose="030F0702030302020204" pitchFamily="66" charset="0"/>
                        </a:defRPr>
                      </a:lvl4pPr>
                      <a:lvl5pPr algn="l">
                        <a:spcBef>
                          <a:spcPct val="20000"/>
                        </a:spcBef>
                        <a:buClr>
                          <a:schemeClr val="accent1"/>
                        </a:buClr>
                        <a:buSzPct val="50000"/>
                        <a:buFont typeface="Wingdings" panose="05000000000000000000" pitchFamily="2" charset="2"/>
                        <a:defRPr>
                          <a:solidFill>
                            <a:schemeClr val="tx1"/>
                          </a:solidFill>
                          <a:latin typeface="Comic Sans MS" panose="030F0702030302020204" pitchFamily="66"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sz="2400" b="0" i="0" u="none" strike="noStrike" cap="none" normalizeH="0" baseline="0">
                          <a:ln>
                            <a:noFill/>
                          </a:ln>
                          <a:solidFill>
                            <a:schemeClr val="tx1"/>
                          </a:solidFill>
                          <a:effectLst/>
                          <a:latin typeface="Comic Sans MS" panose="030F0702030302020204" pitchFamily="66" charset="0"/>
                        </a:rPr>
                        <a:t>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0816" name="Text Box 97">
            <a:extLst>
              <a:ext uri="{FF2B5EF4-FFF2-40B4-BE49-F238E27FC236}">
                <a16:creationId xmlns:a16="http://schemas.microsoft.com/office/drawing/2014/main" id="{01CC7C98-2C5B-B08E-7B3B-6705CD1FD898}"/>
              </a:ext>
            </a:extLst>
          </p:cNvPr>
          <p:cNvSpPr txBox="1">
            <a:spLocks noChangeArrowheads="1"/>
          </p:cNvSpPr>
          <p:nvPr/>
        </p:nvSpPr>
        <p:spPr bwMode="auto">
          <a:xfrm>
            <a:off x="5395913" y="2438400"/>
            <a:ext cx="3043237"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0"/>
              </a:spcBef>
              <a:buClrTx/>
              <a:buSzTx/>
              <a:buFontTx/>
              <a:buNone/>
            </a:pPr>
            <a:r>
              <a:rPr lang="en-US" altLang="en-US" sz="2000">
                <a:solidFill>
                  <a:schemeClr val="tx2"/>
                </a:solidFill>
              </a:rPr>
              <a:t>sort by rightmost digit</a:t>
            </a:r>
          </a:p>
          <a:p>
            <a:pPr algn="ctr">
              <a:spcBef>
                <a:spcPct val="0"/>
              </a:spcBef>
              <a:buClrTx/>
              <a:buSzTx/>
              <a:buFontTx/>
              <a:buNone/>
            </a:pPr>
            <a:r>
              <a:rPr lang="en-US" altLang="en-US" sz="2000" b="0" i="1">
                <a:solidFill>
                  <a:schemeClr val="tx2"/>
                </a:solidFill>
              </a:rPr>
              <a:t>(least significant)</a:t>
            </a:r>
          </a:p>
        </p:txBody>
      </p:sp>
      <p:sp>
        <p:nvSpPr>
          <p:cNvPr id="30817" name="Text Box 98">
            <a:extLst>
              <a:ext uri="{FF2B5EF4-FFF2-40B4-BE49-F238E27FC236}">
                <a16:creationId xmlns:a16="http://schemas.microsoft.com/office/drawing/2014/main" id="{03B273C5-92FC-6737-3F36-E60AFA821AF6}"/>
              </a:ext>
            </a:extLst>
          </p:cNvPr>
          <p:cNvSpPr txBox="1">
            <a:spLocks noChangeArrowheads="1"/>
          </p:cNvSpPr>
          <p:nvPr/>
        </p:nvSpPr>
        <p:spPr bwMode="auto">
          <a:xfrm>
            <a:off x="5370513" y="4087813"/>
            <a:ext cx="319405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lgn="ctr">
              <a:spcBef>
                <a:spcPct val="0"/>
              </a:spcBef>
              <a:buClrTx/>
              <a:buSzTx/>
              <a:buFontTx/>
              <a:buNone/>
            </a:pPr>
            <a:r>
              <a:rPr lang="en-US" altLang="en-US" sz="2000">
                <a:solidFill>
                  <a:schemeClr val="tx2"/>
                </a:solidFill>
              </a:rPr>
              <a:t>sort by leftmost digit</a:t>
            </a:r>
          </a:p>
          <a:p>
            <a:pPr algn="ctr">
              <a:spcBef>
                <a:spcPct val="0"/>
              </a:spcBef>
              <a:buClrTx/>
              <a:buSzTx/>
              <a:buFont typeface="Wingdings" panose="05000000000000000000" pitchFamily="2" charset="2"/>
              <a:buNone/>
            </a:pPr>
            <a:r>
              <a:rPr lang="en-US" altLang="en-US" sz="2000" b="0" i="1">
                <a:solidFill>
                  <a:schemeClr val="tx2"/>
                </a:solidFill>
              </a:rPr>
              <a:t>(second least significant)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Date Placeholder 3">
            <a:extLst>
              <a:ext uri="{FF2B5EF4-FFF2-40B4-BE49-F238E27FC236}">
                <a16:creationId xmlns:a16="http://schemas.microsoft.com/office/drawing/2014/main" id="{383510D6-35C7-40FA-D7EA-75B3AFA7C63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9AE53B84-2F66-4AD7-8356-645280C5BC23}" type="datetime1">
              <a:rPr lang="en-US" altLang="en-US" sz="1200" smtClean="0"/>
              <a:pPr>
                <a:spcBef>
                  <a:spcPct val="0"/>
                </a:spcBef>
                <a:buClrTx/>
                <a:buSzTx/>
                <a:buFontTx/>
                <a:buNone/>
              </a:pPr>
              <a:t>10/5/2025</a:t>
            </a:fld>
            <a:endParaRPr lang="en-US" altLang="en-US" sz="1200"/>
          </a:p>
        </p:txBody>
      </p:sp>
      <p:sp>
        <p:nvSpPr>
          <p:cNvPr id="31747" name="Rectangle 2">
            <a:extLst>
              <a:ext uri="{FF2B5EF4-FFF2-40B4-BE49-F238E27FC236}">
                <a16:creationId xmlns:a16="http://schemas.microsoft.com/office/drawing/2014/main" id="{36526AF4-3135-DC9A-9CAB-1973999EC882}"/>
              </a:ext>
            </a:extLst>
          </p:cNvPr>
          <p:cNvSpPr>
            <a:spLocks noGrp="1" noChangeArrowheads="1"/>
          </p:cNvSpPr>
          <p:nvPr>
            <p:ph type="title"/>
          </p:nvPr>
        </p:nvSpPr>
        <p:spPr>
          <a:xfrm>
            <a:off x="1150938" y="236538"/>
            <a:ext cx="7793037" cy="449262"/>
          </a:xfrm>
        </p:spPr>
        <p:txBody>
          <a:bodyPr/>
          <a:lstStyle/>
          <a:p>
            <a:pPr eaLnBrk="1" hangingPunct="1"/>
            <a:r>
              <a:rPr lang="en-US" altLang="en-US" sz="2800" b="1"/>
              <a:t>Radix sort and stability</a:t>
            </a:r>
          </a:p>
        </p:txBody>
      </p:sp>
      <p:sp>
        <p:nvSpPr>
          <p:cNvPr id="31748" name="Rectangle 3">
            <a:extLst>
              <a:ext uri="{FF2B5EF4-FFF2-40B4-BE49-F238E27FC236}">
                <a16:creationId xmlns:a16="http://schemas.microsoft.com/office/drawing/2014/main" id="{54A0A852-3997-086D-01CB-8AEE2CC37827}"/>
              </a:ext>
            </a:extLst>
          </p:cNvPr>
          <p:cNvSpPr>
            <a:spLocks noGrp="1" noChangeArrowheads="1"/>
          </p:cNvSpPr>
          <p:nvPr>
            <p:ph type="body" idx="1"/>
          </p:nvPr>
        </p:nvSpPr>
        <p:spPr>
          <a:xfrm>
            <a:off x="430213" y="1143000"/>
            <a:ext cx="8497887" cy="4760913"/>
          </a:xfrm>
        </p:spPr>
        <p:txBody>
          <a:bodyPr/>
          <a:lstStyle/>
          <a:p>
            <a:pPr algn="just" eaLnBrk="1" hangingPunct="1">
              <a:lnSpc>
                <a:spcPct val="90000"/>
              </a:lnSpc>
            </a:pPr>
            <a:r>
              <a:rPr lang="en-US" altLang="en-US" sz="2400">
                <a:latin typeface="Arial" panose="020B0604020202020204" pitchFamily="34" charset="0"/>
                <a:cs typeface="Arial" panose="020B0604020202020204" pitchFamily="34" charset="0"/>
              </a:rPr>
              <a:t>Radix sort works as long as the bucket sort stages are </a:t>
            </a:r>
            <a:r>
              <a:rPr lang="en-US" altLang="en-US" sz="2400" b="1">
                <a:latin typeface="Arial" panose="020B0604020202020204" pitchFamily="34" charset="0"/>
                <a:cs typeface="Arial" panose="020B0604020202020204" pitchFamily="34" charset="0"/>
              </a:rPr>
              <a:t>stable</a:t>
            </a:r>
            <a:r>
              <a:rPr lang="en-US" altLang="en-US" sz="2400">
                <a:latin typeface="Arial" panose="020B0604020202020204" pitchFamily="34" charset="0"/>
                <a:cs typeface="Arial" panose="020B0604020202020204" pitchFamily="34" charset="0"/>
              </a:rPr>
              <a:t> sorts</a:t>
            </a:r>
          </a:p>
          <a:p>
            <a:pPr algn="just" eaLnBrk="1" hangingPunct="1">
              <a:lnSpc>
                <a:spcPct val="90000"/>
              </a:lnSpc>
            </a:pPr>
            <a:endParaRPr lang="en-US" altLang="en-US" sz="2400">
              <a:latin typeface="Arial" panose="020B0604020202020204" pitchFamily="34" charset="0"/>
              <a:cs typeface="Arial" panose="020B0604020202020204" pitchFamily="34" charset="0"/>
            </a:endParaRPr>
          </a:p>
          <a:p>
            <a:pPr algn="just" eaLnBrk="1" hangingPunct="1">
              <a:lnSpc>
                <a:spcPct val="90000"/>
              </a:lnSpc>
            </a:pPr>
            <a:r>
              <a:rPr lang="en-US" altLang="en-US" sz="2400">
                <a:latin typeface="Arial" panose="020B0604020202020204" pitchFamily="34" charset="0"/>
                <a:cs typeface="Arial" panose="020B0604020202020204" pitchFamily="34" charset="0"/>
              </a:rPr>
              <a:t>Stable sort: in case of ties, relative order of elements are preserved in the resulting array</a:t>
            </a:r>
          </a:p>
          <a:p>
            <a:pPr lvl="1" algn="just" eaLnBrk="1" hangingPunct="1">
              <a:lnSpc>
                <a:spcPct val="90000"/>
              </a:lnSpc>
            </a:pPr>
            <a:r>
              <a:rPr lang="en-US" altLang="en-US" sz="2400">
                <a:latin typeface="Arial" panose="020B0604020202020204" pitchFamily="34" charset="0"/>
                <a:cs typeface="Arial" panose="020B0604020202020204" pitchFamily="34" charset="0"/>
              </a:rPr>
              <a:t>Suppose there are two elements whose first digit is the same; for example, 52 &amp; 58</a:t>
            </a:r>
          </a:p>
          <a:p>
            <a:pPr lvl="1" algn="just" eaLnBrk="1" hangingPunct="1">
              <a:lnSpc>
                <a:spcPct val="90000"/>
              </a:lnSpc>
            </a:pPr>
            <a:r>
              <a:rPr lang="en-US" altLang="en-US" sz="2400">
                <a:latin typeface="Arial" panose="020B0604020202020204" pitchFamily="34" charset="0"/>
                <a:cs typeface="Arial" panose="020B0604020202020204" pitchFamily="34" charset="0"/>
              </a:rPr>
              <a:t>If 52 occurs before 58 in the array prior to the sorting stage, 52 should occur before  58 in the resulting array</a:t>
            </a:r>
          </a:p>
          <a:p>
            <a:pPr lvl="1" algn="just" eaLnBrk="1" hangingPunct="1">
              <a:lnSpc>
                <a:spcPct val="90000"/>
              </a:lnSpc>
            </a:pPr>
            <a:endParaRPr lang="en-US" altLang="en-US" sz="2400">
              <a:latin typeface="Arial" panose="020B0604020202020204" pitchFamily="34" charset="0"/>
              <a:cs typeface="Arial" panose="020B0604020202020204" pitchFamily="34" charset="0"/>
            </a:endParaRPr>
          </a:p>
          <a:p>
            <a:pPr algn="just" eaLnBrk="1" hangingPunct="1">
              <a:lnSpc>
                <a:spcPct val="90000"/>
              </a:lnSpc>
            </a:pPr>
            <a:r>
              <a:rPr lang="en-US" altLang="en-US" sz="2400">
                <a:latin typeface="Arial" panose="020B0604020202020204" pitchFamily="34" charset="0"/>
                <a:cs typeface="Arial" panose="020B0604020202020204" pitchFamily="34" charset="0"/>
              </a:rPr>
              <a:t>This way, the work carried out in the previous bucket sort stages is preserved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Date Placeholder 3">
            <a:extLst>
              <a:ext uri="{FF2B5EF4-FFF2-40B4-BE49-F238E27FC236}">
                <a16:creationId xmlns:a16="http://schemas.microsoft.com/office/drawing/2014/main" id="{3239828B-9CDC-133D-D031-3F9A3AA1453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8D0840C1-00F5-4DC9-AE67-482714DB85B1}" type="datetime1">
              <a:rPr lang="en-US" altLang="en-US" sz="1200" smtClean="0"/>
              <a:pPr>
                <a:spcBef>
                  <a:spcPct val="0"/>
                </a:spcBef>
                <a:buClrTx/>
                <a:buSzTx/>
                <a:buFontTx/>
                <a:buNone/>
              </a:pPr>
              <a:t>10/5/2025</a:t>
            </a:fld>
            <a:endParaRPr lang="en-US" altLang="en-US" sz="1200"/>
          </a:p>
        </p:txBody>
      </p:sp>
      <p:sp>
        <p:nvSpPr>
          <p:cNvPr id="32771" name="Rectangle 2">
            <a:extLst>
              <a:ext uri="{FF2B5EF4-FFF2-40B4-BE49-F238E27FC236}">
                <a16:creationId xmlns:a16="http://schemas.microsoft.com/office/drawing/2014/main" id="{0D135368-19DA-57F7-409C-AFE6F1AE78A9}"/>
              </a:ext>
            </a:extLst>
          </p:cNvPr>
          <p:cNvSpPr>
            <a:spLocks noGrp="1" noChangeArrowheads="1"/>
          </p:cNvSpPr>
          <p:nvPr>
            <p:ph type="title"/>
          </p:nvPr>
        </p:nvSpPr>
        <p:spPr>
          <a:xfrm>
            <a:off x="381000" y="533400"/>
            <a:ext cx="2887663" cy="449263"/>
          </a:xfrm>
          <a:solidFill>
            <a:schemeClr val="accent2"/>
          </a:solidFill>
        </p:spPr>
        <p:txBody>
          <a:bodyPr/>
          <a:lstStyle/>
          <a:p>
            <a:pPr eaLnBrk="1" hangingPunct="1"/>
            <a:r>
              <a:rPr lang="en-US" altLang="en-US" sz="2400" b="1"/>
              <a:t>Time</a:t>
            </a:r>
            <a:r>
              <a:rPr lang="en-US" altLang="en-US" sz="3600" b="1"/>
              <a:t> </a:t>
            </a:r>
            <a:r>
              <a:rPr lang="en-US" altLang="en-US" sz="2400" b="1"/>
              <a:t>complexity</a:t>
            </a:r>
            <a:endParaRPr lang="en-US" altLang="en-US" sz="3600" b="1"/>
          </a:p>
        </p:txBody>
      </p:sp>
      <p:sp>
        <p:nvSpPr>
          <p:cNvPr id="32772" name="Rectangle 3">
            <a:extLst>
              <a:ext uri="{FF2B5EF4-FFF2-40B4-BE49-F238E27FC236}">
                <a16:creationId xmlns:a16="http://schemas.microsoft.com/office/drawing/2014/main" id="{3FC2C1F3-842A-A5CD-F372-37F95946D92A}"/>
              </a:ext>
            </a:extLst>
          </p:cNvPr>
          <p:cNvSpPr>
            <a:spLocks noGrp="1" noChangeArrowheads="1"/>
          </p:cNvSpPr>
          <p:nvPr>
            <p:ph type="body" idx="1"/>
          </p:nvPr>
        </p:nvSpPr>
        <p:spPr>
          <a:xfrm>
            <a:off x="279400" y="1219200"/>
            <a:ext cx="8650288" cy="2971800"/>
          </a:xfrm>
        </p:spPr>
        <p:txBody>
          <a:bodyPr/>
          <a:lstStyle/>
          <a:p>
            <a:pPr algn="just" eaLnBrk="1" hangingPunct="1">
              <a:lnSpc>
                <a:spcPct val="90000"/>
              </a:lnSpc>
            </a:pPr>
            <a:r>
              <a:rPr lang="en-US" altLang="en-US" sz="2400">
                <a:latin typeface="Arial" panose="020B0604020202020204" pitchFamily="34" charset="0"/>
                <a:cs typeface="Arial" panose="020B0604020202020204" pitchFamily="34" charset="0"/>
              </a:rPr>
              <a:t>If there is a fixed number p of bucket sort stages (six stages in the case where the maximum value is 999999), then radix sort is O( n )</a:t>
            </a:r>
          </a:p>
          <a:p>
            <a:pPr lvl="1" algn="just" eaLnBrk="1" hangingPunct="1">
              <a:lnSpc>
                <a:spcPct val="90000"/>
              </a:lnSpc>
            </a:pPr>
            <a:r>
              <a:rPr lang="en-US" altLang="en-US" sz="2400">
                <a:latin typeface="Arial" panose="020B0604020202020204" pitchFamily="34" charset="0"/>
                <a:cs typeface="Arial" panose="020B0604020202020204" pitchFamily="34" charset="0"/>
              </a:rPr>
              <a:t>There are p bucket sort stages, each taking O( n ) time</a:t>
            </a:r>
          </a:p>
          <a:p>
            <a:pPr lvl="1" algn="just" eaLnBrk="1" hangingPunct="1">
              <a:lnSpc>
                <a:spcPct val="90000"/>
              </a:lnSpc>
            </a:pPr>
            <a:endParaRPr lang="en-US" altLang="en-US" sz="2400">
              <a:latin typeface="Arial" panose="020B0604020202020204" pitchFamily="34" charset="0"/>
              <a:cs typeface="Arial" panose="020B0604020202020204" pitchFamily="34" charset="0"/>
            </a:endParaRPr>
          </a:p>
          <a:p>
            <a:pPr algn="just" eaLnBrk="1" hangingPunct="1">
              <a:lnSpc>
                <a:spcPct val="90000"/>
              </a:lnSpc>
            </a:pPr>
            <a:r>
              <a:rPr lang="en-US" altLang="en-US" sz="2400">
                <a:latin typeface="Arial" panose="020B0604020202020204" pitchFamily="34" charset="0"/>
                <a:cs typeface="Arial" panose="020B0604020202020204" pitchFamily="34" charset="0"/>
              </a:rPr>
              <a:t>Strictly speaking, time complexity is O( pn ), where p is the number of digits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Date Placeholder 3">
            <a:extLst>
              <a:ext uri="{FF2B5EF4-FFF2-40B4-BE49-F238E27FC236}">
                <a16:creationId xmlns:a16="http://schemas.microsoft.com/office/drawing/2014/main" id="{6D32C1F9-B1DB-13ED-12F3-895D3ACFDE6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41D8D4E3-A5F2-43D6-AC57-0EE6AC2A6A38}" type="datetime1">
              <a:rPr lang="en-US" altLang="en-US" sz="1200" smtClean="0"/>
              <a:pPr>
                <a:spcBef>
                  <a:spcPct val="0"/>
                </a:spcBef>
                <a:buClrTx/>
                <a:buSzTx/>
                <a:buFontTx/>
                <a:buNone/>
              </a:pPr>
              <a:t>10/5/2025</a:t>
            </a:fld>
            <a:endParaRPr lang="en-US" altLang="en-US" sz="1200"/>
          </a:p>
        </p:txBody>
      </p:sp>
      <p:sp>
        <p:nvSpPr>
          <p:cNvPr id="33795" name="Rectangle 2">
            <a:extLst>
              <a:ext uri="{FF2B5EF4-FFF2-40B4-BE49-F238E27FC236}">
                <a16:creationId xmlns:a16="http://schemas.microsoft.com/office/drawing/2014/main" id="{0D26D4E3-6D67-DEED-C897-F594520B5F63}"/>
              </a:ext>
            </a:extLst>
          </p:cNvPr>
          <p:cNvSpPr>
            <a:spLocks noGrp="1" noChangeArrowheads="1"/>
          </p:cNvSpPr>
          <p:nvPr>
            <p:ph type="title"/>
          </p:nvPr>
        </p:nvSpPr>
        <p:spPr>
          <a:xfrm>
            <a:off x="1143000" y="369888"/>
            <a:ext cx="3505200" cy="449262"/>
          </a:xfrm>
          <a:solidFill>
            <a:schemeClr val="accent2"/>
          </a:solidFill>
        </p:spPr>
        <p:txBody>
          <a:bodyPr/>
          <a:lstStyle/>
          <a:p>
            <a:pPr eaLnBrk="1" hangingPunct="1"/>
            <a:r>
              <a:rPr lang="en-US" altLang="en-US" sz="2400" b="1"/>
              <a:t>Radix sort -summary</a:t>
            </a:r>
            <a:endParaRPr lang="en-US" altLang="en-US" sz="3600" b="1"/>
          </a:p>
        </p:txBody>
      </p:sp>
      <p:sp>
        <p:nvSpPr>
          <p:cNvPr id="23556" name="Rectangle 3">
            <a:extLst>
              <a:ext uri="{FF2B5EF4-FFF2-40B4-BE49-F238E27FC236}">
                <a16:creationId xmlns:a16="http://schemas.microsoft.com/office/drawing/2014/main" id="{5D2A70DA-0445-7F9F-B30B-1904F2510933}"/>
              </a:ext>
            </a:extLst>
          </p:cNvPr>
          <p:cNvSpPr>
            <a:spLocks noGrp="1" noChangeArrowheads="1"/>
          </p:cNvSpPr>
          <p:nvPr>
            <p:ph type="body" idx="1"/>
          </p:nvPr>
        </p:nvSpPr>
        <p:spPr>
          <a:xfrm>
            <a:off x="304800" y="990600"/>
            <a:ext cx="8497888" cy="4760913"/>
          </a:xfrm>
        </p:spPr>
        <p:txBody>
          <a:bodyPr/>
          <a:lstStyle/>
          <a:p>
            <a:pPr algn="just" eaLnBrk="1" hangingPunct="1">
              <a:lnSpc>
                <a:spcPct val="90000"/>
              </a:lnSpc>
              <a:defRPr/>
            </a:pPr>
            <a:r>
              <a:rPr lang="en-US" altLang="en-US" sz="2400" dirty="0">
                <a:latin typeface="Arial" charset="0"/>
                <a:cs typeface="Arial" charset="0"/>
              </a:rPr>
              <a:t>Only 10 buckets are needed regardless of number of stages since the buckets are reused at each stage</a:t>
            </a:r>
          </a:p>
          <a:p>
            <a:pPr algn="just" eaLnBrk="1" hangingPunct="1">
              <a:lnSpc>
                <a:spcPct val="90000"/>
              </a:lnSpc>
              <a:defRPr/>
            </a:pPr>
            <a:endParaRPr lang="en-US" altLang="en-US" sz="2400" dirty="0">
              <a:latin typeface="Arial" charset="0"/>
              <a:cs typeface="Arial" charset="0"/>
            </a:endParaRPr>
          </a:p>
          <a:p>
            <a:pPr algn="just" eaLnBrk="1" hangingPunct="1">
              <a:lnSpc>
                <a:spcPct val="90000"/>
              </a:lnSpc>
              <a:defRPr/>
            </a:pPr>
            <a:r>
              <a:rPr lang="en-US" altLang="en-US" sz="2400" dirty="0">
                <a:latin typeface="Arial" charset="0"/>
                <a:cs typeface="Arial" charset="0"/>
              </a:rPr>
              <a:t>Radix sort can apply to words</a:t>
            </a:r>
          </a:p>
          <a:p>
            <a:pPr lvl="1" algn="just" eaLnBrk="1" hangingPunct="1">
              <a:lnSpc>
                <a:spcPct val="90000"/>
              </a:lnSpc>
              <a:defRPr/>
            </a:pPr>
            <a:r>
              <a:rPr lang="en-US" altLang="en-US" sz="2400" dirty="0">
                <a:latin typeface="Arial" charset="0"/>
                <a:cs typeface="Arial" charset="0"/>
              </a:rPr>
              <a:t>Set a limit to the number of letters in a word</a:t>
            </a:r>
          </a:p>
          <a:p>
            <a:pPr lvl="1" algn="just" eaLnBrk="1" hangingPunct="1">
              <a:lnSpc>
                <a:spcPct val="90000"/>
              </a:lnSpc>
              <a:defRPr/>
            </a:pPr>
            <a:r>
              <a:rPr lang="en-US" altLang="en-US" sz="2400" dirty="0">
                <a:latin typeface="Arial" charset="0"/>
                <a:cs typeface="Arial" charset="0"/>
              </a:rPr>
              <a:t>Use 27 buckets (or more, depending on the letters/characters allowed), one for each letter plus a “blank” character</a:t>
            </a:r>
          </a:p>
          <a:p>
            <a:pPr lvl="1" algn="just" eaLnBrk="1" hangingPunct="1">
              <a:lnSpc>
                <a:spcPct val="90000"/>
              </a:lnSpc>
              <a:defRPr/>
            </a:pPr>
            <a:r>
              <a:rPr lang="en-US" altLang="en-US" sz="2400" dirty="0">
                <a:latin typeface="Arial" charset="0"/>
                <a:cs typeface="Arial" charset="0"/>
              </a:rPr>
              <a:t>The word-length limit is exactly the number of bucket sort stages needed</a:t>
            </a:r>
          </a:p>
          <a:p>
            <a:pPr lvl="1" algn="just" eaLnBrk="1" hangingPunct="1">
              <a:lnSpc>
                <a:spcPct val="90000"/>
              </a:lnSpc>
              <a:defRPr/>
            </a:pPr>
            <a:endParaRPr lang="en-US" altLang="en-US" sz="2400" dirty="0">
              <a:latin typeface="Arial" charset="0"/>
              <a:cs typeface="Arial" charset="0"/>
            </a:endParaRPr>
          </a:p>
          <a:p>
            <a:pPr marL="457200" lvl="1" indent="0" algn="just" eaLnBrk="1" hangingPunct="1">
              <a:lnSpc>
                <a:spcPct val="90000"/>
              </a:lnSpc>
              <a:buFont typeface="Wingdings" panose="05000000000000000000" pitchFamily="2" charset="2"/>
              <a:buNone/>
              <a:defRPr/>
            </a:pPr>
            <a:r>
              <a:rPr lang="en-US" altLang="en-US" sz="2400" u="sng" dirty="0">
                <a:latin typeface="Arial" charset="0"/>
                <a:cs typeface="Arial" charset="0"/>
              </a:rPr>
              <a:t>Strategy</a:t>
            </a:r>
            <a:r>
              <a:rPr lang="en-US" altLang="en-US" sz="2400" dirty="0">
                <a:latin typeface="Arial" charset="0"/>
                <a:cs typeface="Arial" charset="0"/>
              </a:rPr>
              <a:t> ? </a:t>
            </a:r>
          </a:p>
          <a:p>
            <a:pPr marL="457200" lvl="1" indent="0" algn="just" eaLnBrk="1" hangingPunct="1">
              <a:lnSpc>
                <a:spcPct val="90000"/>
              </a:lnSpc>
              <a:buFont typeface="Wingdings" panose="05000000000000000000" pitchFamily="2" charset="2"/>
              <a:buNone/>
              <a:defRPr/>
            </a:pPr>
            <a:r>
              <a:rPr lang="en-US" altLang="en-US" sz="2400" dirty="0">
                <a:latin typeface="Arial" charset="0"/>
                <a:cs typeface="Arial" charset="0"/>
              </a:rPr>
              <a:t>Read char left to right ?           				[R_L]</a:t>
            </a:r>
          </a:p>
          <a:p>
            <a:pPr marL="457200" lvl="1" indent="0" algn="just" eaLnBrk="1" hangingPunct="1">
              <a:lnSpc>
                <a:spcPct val="90000"/>
              </a:lnSpc>
              <a:buFont typeface="Wingdings" panose="05000000000000000000" pitchFamily="2" charset="2"/>
              <a:buNone/>
              <a:defRPr/>
            </a:pPr>
            <a:r>
              <a:rPr lang="en-US" altLang="en-US" sz="2400" dirty="0">
                <a:latin typeface="Arial" charset="0"/>
                <a:cs typeface="Arial" charset="0"/>
              </a:rPr>
              <a:t>Blank spaces to be taken at beginning or last ?	[L]</a:t>
            </a:r>
          </a:p>
          <a:p>
            <a:pPr marL="457200" lvl="1" indent="0" algn="just" eaLnBrk="1" hangingPunct="1">
              <a:lnSpc>
                <a:spcPct val="90000"/>
              </a:lnSpc>
              <a:buNone/>
              <a:defRPr/>
            </a:pPr>
            <a:r>
              <a:rPr lang="en-US" altLang="en-US" sz="2400" dirty="0">
                <a:latin typeface="Arial" charset="0"/>
                <a:cs typeface="Arial" charset="0"/>
              </a:rPr>
              <a:t>Space bucket to be kept at beginning or last ?	[L]</a:t>
            </a:r>
          </a:p>
          <a:p>
            <a:pPr marL="457200" lvl="1" indent="0" algn="just" eaLnBrk="1" hangingPunct="1">
              <a:lnSpc>
                <a:spcPct val="90000"/>
              </a:lnSpc>
              <a:buFont typeface="Wingdings" panose="05000000000000000000" pitchFamily="2" charset="2"/>
              <a:buNone/>
              <a:defRPr/>
            </a:pPr>
            <a:endParaRPr lang="en-US" altLang="en-US" sz="2400" dirty="0">
              <a:latin typeface="Arial" charset="0"/>
              <a:cs typeface="Arial"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Date Placeholder 3">
            <a:extLst>
              <a:ext uri="{FF2B5EF4-FFF2-40B4-BE49-F238E27FC236}">
                <a16:creationId xmlns:a16="http://schemas.microsoft.com/office/drawing/2014/main" id="{4C4DAE35-0996-3263-4C1B-1DB44F50BF4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CDDB3D4F-F85A-4C7E-AB08-E7A568CDC8D0}" type="datetime1">
              <a:rPr lang="en-US" altLang="en-US" sz="1200" smtClean="0"/>
              <a:pPr>
                <a:spcBef>
                  <a:spcPct val="0"/>
                </a:spcBef>
                <a:buClrTx/>
                <a:buSzTx/>
                <a:buFontTx/>
                <a:buNone/>
              </a:pPr>
              <a:t>10/5/2025</a:t>
            </a:fld>
            <a:endParaRPr lang="en-US" altLang="en-US" sz="1200"/>
          </a:p>
        </p:txBody>
      </p:sp>
      <p:sp>
        <p:nvSpPr>
          <p:cNvPr id="34819" name="Rectangle 2">
            <a:extLst>
              <a:ext uri="{FF2B5EF4-FFF2-40B4-BE49-F238E27FC236}">
                <a16:creationId xmlns:a16="http://schemas.microsoft.com/office/drawing/2014/main" id="{7344D954-17DE-FBD0-51E4-2348ED0C6E3D}"/>
              </a:ext>
            </a:extLst>
          </p:cNvPr>
          <p:cNvSpPr>
            <a:spLocks noGrp="1" noChangeArrowheads="1"/>
          </p:cNvSpPr>
          <p:nvPr>
            <p:ph type="title"/>
          </p:nvPr>
        </p:nvSpPr>
        <p:spPr>
          <a:xfrm>
            <a:off x="762000" y="447675"/>
            <a:ext cx="1897063" cy="488950"/>
          </a:xfrm>
          <a:solidFill>
            <a:schemeClr val="accent2"/>
          </a:solidFill>
        </p:spPr>
        <p:txBody>
          <a:bodyPr/>
          <a:lstStyle/>
          <a:p>
            <a:pPr eaLnBrk="1" hangingPunct="1"/>
            <a:r>
              <a:rPr lang="en-US" altLang="en-US" sz="2800"/>
              <a:t>Summary</a:t>
            </a:r>
            <a:endParaRPr lang="en-US" altLang="en-US" sz="4000"/>
          </a:p>
        </p:txBody>
      </p:sp>
      <p:sp>
        <p:nvSpPr>
          <p:cNvPr id="34820" name="Rectangle 3">
            <a:extLst>
              <a:ext uri="{FF2B5EF4-FFF2-40B4-BE49-F238E27FC236}">
                <a16:creationId xmlns:a16="http://schemas.microsoft.com/office/drawing/2014/main" id="{E566601E-2CE8-67F8-CB47-D61B787C55DB}"/>
              </a:ext>
            </a:extLst>
          </p:cNvPr>
          <p:cNvSpPr>
            <a:spLocks noGrp="1" noChangeArrowheads="1"/>
          </p:cNvSpPr>
          <p:nvPr>
            <p:ph type="body" idx="1"/>
          </p:nvPr>
        </p:nvSpPr>
        <p:spPr/>
        <p:txBody>
          <a:bodyPr/>
          <a:lstStyle/>
          <a:p>
            <a:pPr algn="just" eaLnBrk="1" hangingPunct="1"/>
            <a:r>
              <a:rPr lang="en-US" altLang="en-US" sz="2400">
                <a:latin typeface="Arial" panose="020B0604020202020204" pitchFamily="34" charset="0"/>
                <a:cs typeface="Arial" panose="020B0604020202020204" pitchFamily="34" charset="0"/>
              </a:rPr>
              <a:t>Bucket sort and Radix sort are O(n) algorithms only because we have imposed restrictions on the input list to be sorted</a:t>
            </a:r>
          </a:p>
          <a:p>
            <a:pPr eaLnBrk="1" hangingPunct="1"/>
            <a:endParaRPr lang="en-US" altLang="en-US" sz="2400">
              <a:latin typeface="Arial" panose="020B0604020202020204" pitchFamily="34" charset="0"/>
              <a:cs typeface="Arial" panose="020B0604020202020204" pitchFamily="34" charset="0"/>
            </a:endParaRPr>
          </a:p>
          <a:p>
            <a:pPr algn="just" eaLnBrk="1" hangingPunct="1"/>
            <a:r>
              <a:rPr lang="en-US" altLang="en-US" sz="2400">
                <a:latin typeface="Arial" panose="020B0604020202020204" pitchFamily="34" charset="0"/>
                <a:cs typeface="Arial" panose="020B0604020202020204" pitchFamily="34" charset="0"/>
              </a:rPr>
              <a:t>Sorting, in general, can be done in  O(nlogn) time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D6DB881-8199-B12B-76AD-9E5FFF10D851}"/>
              </a:ext>
            </a:extLst>
          </p:cNvPr>
          <p:cNvSpPr>
            <a:spLocks noGrp="1"/>
          </p:cNvSpPr>
          <p:nvPr>
            <p:ph type="dt" sz="half" idx="10"/>
          </p:nvPr>
        </p:nvSpPr>
        <p:spPr/>
        <p:txBody>
          <a:bodyPr/>
          <a:lstStyle/>
          <a:p>
            <a:pPr>
              <a:defRPr/>
            </a:pPr>
            <a:fld id="{FDB91D9E-4C7D-4AFD-975E-2AA976898E4C}" type="datetime1">
              <a:rPr lang="en-US" smtClean="0"/>
              <a:pPr>
                <a:defRPr/>
              </a:pPr>
              <a:t>10/5/2025</a:t>
            </a:fld>
            <a:endParaRPr lang="en-US"/>
          </a:p>
        </p:txBody>
      </p:sp>
      <p:sp>
        <p:nvSpPr>
          <p:cNvPr id="6" name="TextBox 5">
            <a:extLst>
              <a:ext uri="{FF2B5EF4-FFF2-40B4-BE49-F238E27FC236}">
                <a16:creationId xmlns:a16="http://schemas.microsoft.com/office/drawing/2014/main" id="{393449A3-4D95-B026-B771-C769205CD0CF}"/>
              </a:ext>
            </a:extLst>
          </p:cNvPr>
          <p:cNvSpPr txBox="1"/>
          <p:nvPr/>
        </p:nvSpPr>
        <p:spPr>
          <a:xfrm>
            <a:off x="2133600" y="1676400"/>
            <a:ext cx="4876800" cy="2742289"/>
          </a:xfrm>
          <a:prstGeom prst="rect">
            <a:avLst/>
          </a:prstGeom>
          <a:solidFill>
            <a:schemeClr val="accent2"/>
          </a:solidFill>
        </p:spPr>
        <p:txBody>
          <a:bodyPr wrap="square">
            <a:spAutoFit/>
          </a:bodyPr>
          <a:lstStyle/>
          <a:p>
            <a:pPr algn="ctr">
              <a:lnSpc>
                <a:spcPct val="115000"/>
              </a:lnSpc>
              <a:spcAft>
                <a:spcPts val="1000"/>
              </a:spcAft>
            </a:pPr>
            <a:endParaRPr lang="en-IN" dirty="0">
              <a:latin typeface="Calibri" panose="020F0502020204030204" pitchFamily="34" charset="0"/>
              <a:ea typeface="Times New Roman" panose="02020603050405020304" pitchFamily="18" charset="0"/>
              <a:cs typeface="Calibri" panose="020F0502020204030204" pitchFamily="34" charset="0"/>
            </a:endParaRPr>
          </a:p>
          <a:p>
            <a:pPr algn="ctr">
              <a:lnSpc>
                <a:spcPct val="115000"/>
              </a:lnSpc>
              <a:spcAft>
                <a:spcPts val="1000"/>
              </a:spcAft>
            </a:pPr>
            <a:r>
              <a:rPr lang="en-IN" sz="4000" dirty="0">
                <a:latin typeface="Blackadder ITC" panose="04020505051007020D02" pitchFamily="82" charset="0"/>
                <a:ea typeface="Times New Roman" panose="02020603050405020304" pitchFamily="18" charset="0"/>
                <a:cs typeface="Calibri" panose="020F0502020204030204" pitchFamily="34" charset="0"/>
              </a:rPr>
              <a:t>S</a:t>
            </a:r>
            <a:r>
              <a:rPr lang="en-IN" sz="4000" dirty="0">
                <a:effectLst/>
                <a:latin typeface="Blackadder ITC" panose="04020505051007020D02" pitchFamily="82" charset="0"/>
                <a:ea typeface="Times New Roman" panose="02020603050405020304" pitchFamily="18" charset="0"/>
                <a:cs typeface="Calibri" panose="020F0502020204030204" pitchFamily="34" charset="0"/>
              </a:rPr>
              <a:t>orting Words </a:t>
            </a:r>
          </a:p>
          <a:p>
            <a:pPr algn="ctr">
              <a:lnSpc>
                <a:spcPct val="115000"/>
              </a:lnSpc>
              <a:spcAft>
                <a:spcPts val="1000"/>
              </a:spcAft>
            </a:pPr>
            <a:r>
              <a:rPr lang="en-IN" dirty="0">
                <a:latin typeface="Calibri" panose="020F0502020204030204" pitchFamily="34" charset="0"/>
                <a:ea typeface="Calibri" panose="020F0502020204030204" pitchFamily="34" charset="0"/>
                <a:cs typeface="Calibri" panose="020F0502020204030204" pitchFamily="34" charset="0"/>
              </a:rPr>
              <a:t>Using </a:t>
            </a:r>
          </a:p>
          <a:p>
            <a:pPr algn="ctr">
              <a:lnSpc>
                <a:spcPct val="115000"/>
              </a:lnSpc>
              <a:spcAft>
                <a:spcPts val="1000"/>
              </a:spcAft>
            </a:pPr>
            <a:r>
              <a:rPr lang="en-IN" sz="4800" dirty="0">
                <a:latin typeface="Bradley Hand ITC" panose="03070402050302030203" pitchFamily="66" charset="0"/>
                <a:ea typeface="Calibri" panose="020F0502020204030204" pitchFamily="34" charset="0"/>
                <a:cs typeface="Calibri" panose="020F0502020204030204" pitchFamily="34" charset="0"/>
              </a:rPr>
              <a:t>Radix Sort</a:t>
            </a:r>
            <a:endParaRPr lang="en-IN" sz="4800" dirty="0">
              <a:effectLst/>
              <a:latin typeface="Bradley Hand ITC" panose="03070402050302030203" pitchFamily="66"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16726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E9274-60F8-4BFC-CF15-DE8DCD7FA3B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C9DAD42-2CCF-2862-C5BA-57CFAB74B633}"/>
              </a:ext>
            </a:extLst>
          </p:cNvPr>
          <p:cNvSpPr>
            <a:spLocks noGrp="1"/>
          </p:cNvSpPr>
          <p:nvPr>
            <p:ph type="dt" sz="half" idx="10"/>
          </p:nvPr>
        </p:nvSpPr>
        <p:spPr/>
        <p:txBody>
          <a:bodyPr/>
          <a:lstStyle/>
          <a:p>
            <a:pPr>
              <a:defRPr/>
            </a:pPr>
            <a:fld id="{FDB91D9E-4C7D-4AFD-975E-2AA976898E4C}" type="datetime1">
              <a:rPr lang="en-US" smtClean="0"/>
              <a:pPr>
                <a:defRPr/>
              </a:pPr>
              <a:t>10/5/2025</a:t>
            </a:fld>
            <a:endParaRPr lang="en-US"/>
          </a:p>
        </p:txBody>
      </p:sp>
      <p:sp>
        <p:nvSpPr>
          <p:cNvPr id="6" name="TextBox 5">
            <a:extLst>
              <a:ext uri="{FF2B5EF4-FFF2-40B4-BE49-F238E27FC236}">
                <a16:creationId xmlns:a16="http://schemas.microsoft.com/office/drawing/2014/main" id="{78F45A43-251A-FE77-05FF-017D0F448F07}"/>
              </a:ext>
            </a:extLst>
          </p:cNvPr>
          <p:cNvSpPr txBox="1"/>
          <p:nvPr/>
        </p:nvSpPr>
        <p:spPr>
          <a:xfrm>
            <a:off x="1766596" y="1295400"/>
            <a:ext cx="5320004" cy="1723036"/>
          </a:xfrm>
          <a:prstGeom prst="rect">
            <a:avLst/>
          </a:prstGeom>
          <a:noFill/>
        </p:spPr>
        <p:txBody>
          <a:bodyPr wrap="square">
            <a:spAutoFit/>
          </a:bodyPr>
          <a:lstStyle/>
          <a:p>
            <a:pPr>
              <a:lnSpc>
                <a:spcPct val="115000"/>
              </a:lnSpc>
              <a:spcAft>
                <a:spcPts val="1000"/>
              </a:spcAft>
            </a:pPr>
            <a:r>
              <a:rPr lang="en-IN" sz="2000" dirty="0">
                <a:effectLst/>
                <a:latin typeface="Calibri" panose="020F0502020204030204" pitchFamily="34" charset="0"/>
                <a:ea typeface="Times New Roman" panose="02020603050405020304" pitchFamily="18" charset="0"/>
                <a:cs typeface="Calibri" panose="020F0502020204030204" pitchFamily="34" charset="0"/>
              </a:rPr>
              <a:t>Apply </a:t>
            </a:r>
            <a:r>
              <a:rPr lang="en-IN" sz="2000" b="1" i="1" dirty="0">
                <a:effectLst/>
                <a:latin typeface="Calibri" panose="020F0502020204030204" pitchFamily="34" charset="0"/>
                <a:ea typeface="Times New Roman" panose="02020603050405020304" pitchFamily="18" charset="0"/>
                <a:cs typeface="Calibri" panose="020F0502020204030204" pitchFamily="34" charset="0"/>
              </a:rPr>
              <a:t>Radix sort</a:t>
            </a:r>
            <a:r>
              <a:rPr lang="en-IN" sz="2000" dirty="0">
                <a:effectLst/>
                <a:latin typeface="Calibri" panose="020F0502020204030204" pitchFamily="34" charset="0"/>
                <a:ea typeface="Times New Roman" panose="02020603050405020304" pitchFamily="18" charset="0"/>
                <a:cs typeface="Calibri" panose="020F0502020204030204" pitchFamily="34" charset="0"/>
              </a:rPr>
              <a:t> on the following four words </a:t>
            </a:r>
          </a:p>
          <a:p>
            <a:pPr>
              <a:lnSpc>
                <a:spcPct val="115000"/>
              </a:lnSpc>
              <a:spcAft>
                <a:spcPts val="1000"/>
              </a:spcAft>
            </a:pPr>
            <a:endParaRPr lang="en-IN" dirty="0">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Aft>
                <a:spcPts val="1000"/>
              </a:spcAft>
            </a:pPr>
            <a:r>
              <a:rPr lang="en-IN" sz="2000" dirty="0">
                <a:effectLst/>
                <a:latin typeface="Calibri" panose="020F0502020204030204" pitchFamily="34" charset="0"/>
                <a:ea typeface="Times New Roman" panose="02020603050405020304" pitchFamily="18" charset="0"/>
                <a:cs typeface="Calibri" panose="020F0502020204030204" pitchFamily="34" charset="0"/>
              </a:rPr>
              <a:t>	</a:t>
            </a:r>
            <a:r>
              <a:rPr lang="en-IN" sz="4000" dirty="0">
                <a:latin typeface="Calibri" panose="020F0502020204030204" pitchFamily="34" charset="0"/>
                <a:ea typeface="Times New Roman" panose="02020603050405020304" pitchFamily="18" charset="0"/>
                <a:cs typeface="Calibri" panose="020F0502020204030204" pitchFamily="34" charset="0"/>
              </a:rPr>
              <a:t>d</a:t>
            </a:r>
            <a:r>
              <a:rPr lang="en-IN" sz="4000" b="1" dirty="0">
                <a:effectLst/>
                <a:latin typeface="Calibri" panose="020F0502020204030204" pitchFamily="34" charset="0"/>
                <a:ea typeface="Times New Roman" panose="02020603050405020304" pitchFamily="18" charset="0"/>
                <a:cs typeface="Calibri" panose="020F0502020204030204" pitchFamily="34" charset="0"/>
              </a:rPr>
              <a:t>art, fear, do, car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9742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92512E8-0CD0-FE09-154E-19B3CA450E60}"/>
              </a:ext>
            </a:extLst>
          </p:cNvPr>
          <p:cNvSpPr>
            <a:spLocks noGrp="1"/>
          </p:cNvSpPr>
          <p:nvPr>
            <p:ph type="dt" sz="half" idx="10"/>
          </p:nvPr>
        </p:nvSpPr>
        <p:spPr/>
        <p:txBody>
          <a:bodyPr/>
          <a:lstStyle/>
          <a:p>
            <a:pPr>
              <a:defRPr/>
            </a:pPr>
            <a:fld id="{FDB91D9E-4C7D-4AFD-975E-2AA976898E4C}" type="datetime1">
              <a:rPr lang="en-US" smtClean="0"/>
              <a:pPr>
                <a:defRPr/>
              </a:pPr>
              <a:t>10/5/2025</a:t>
            </a:fld>
            <a:endParaRPr lang="en-US"/>
          </a:p>
        </p:txBody>
      </p:sp>
      <p:sp>
        <p:nvSpPr>
          <p:cNvPr id="5" name="Content Placeholder 4">
            <a:extLst>
              <a:ext uri="{FF2B5EF4-FFF2-40B4-BE49-F238E27FC236}">
                <a16:creationId xmlns:a16="http://schemas.microsoft.com/office/drawing/2014/main" id="{828FF56A-2009-BC97-27E4-48D25757BC93}"/>
              </a:ext>
            </a:extLst>
          </p:cNvPr>
          <p:cNvSpPr txBox="1">
            <a:spLocks noGrp="1"/>
          </p:cNvSpPr>
          <p:nvPr>
            <p:ph idx="1"/>
          </p:nvPr>
        </p:nvSpPr>
        <p:spPr>
          <a:xfrm>
            <a:off x="914400" y="1371600"/>
            <a:ext cx="6629400" cy="2966646"/>
          </a:xfrm>
          <a:prstGeom prst="rect">
            <a:avLst/>
          </a:prstGeom>
          <a:noFill/>
        </p:spPr>
        <p:txBody>
          <a:bodyPr wrap="square">
            <a:spAutoFit/>
          </a:bodyPr>
          <a:lstStyle/>
          <a:p>
            <a:pPr marL="0" indent="0">
              <a:lnSpc>
                <a:spcPct val="115000"/>
              </a:lnSpc>
              <a:spcAft>
                <a:spcPts val="1000"/>
              </a:spcAft>
              <a:buNone/>
            </a:pPr>
            <a:r>
              <a:rPr lang="en-IN" sz="2000" b="1" i="1" dirty="0">
                <a:effectLst/>
                <a:latin typeface="Calibri" panose="020F0502020204030204" pitchFamily="34" charset="0"/>
                <a:ea typeface="Times New Roman" panose="02020603050405020304" pitchFamily="18" charset="0"/>
                <a:cs typeface="Calibri" panose="020F0502020204030204" pitchFamily="34" charset="0"/>
              </a:rPr>
              <a:t>Radix sort</a:t>
            </a:r>
            <a:r>
              <a:rPr lang="en-IN" sz="2000" dirty="0">
                <a:effectLst/>
                <a:latin typeface="Calibri" panose="020F0502020204030204" pitchFamily="34" charset="0"/>
                <a:ea typeface="Times New Roman" panose="02020603050405020304" pitchFamily="18" charset="0"/>
                <a:cs typeface="Calibri" panose="020F0502020204030204" pitchFamily="34" charset="0"/>
              </a:rPr>
              <a:t> on the following four words </a:t>
            </a:r>
          </a:p>
          <a:p>
            <a:pPr marL="0" indent="0">
              <a:lnSpc>
                <a:spcPct val="115000"/>
              </a:lnSpc>
              <a:spcAft>
                <a:spcPts val="1000"/>
              </a:spcAft>
              <a:buNone/>
            </a:pPr>
            <a:r>
              <a:rPr lang="en-IN" sz="2000" dirty="0">
                <a:effectLst/>
                <a:latin typeface="Calibri" panose="020F0502020204030204" pitchFamily="34" charset="0"/>
                <a:ea typeface="Times New Roman" panose="02020603050405020304" pitchFamily="18" charset="0"/>
                <a:cs typeface="Calibri" panose="020F0502020204030204" pitchFamily="34" charset="0"/>
              </a:rPr>
              <a:t>	</a:t>
            </a:r>
            <a:endParaRPr lang="en-IN" sz="2000" b="1" dirty="0">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Aft>
                <a:spcPts val="1000"/>
              </a:spcAft>
              <a:buNone/>
            </a:pPr>
            <a:r>
              <a:rPr lang="en-IN" sz="2000" dirty="0">
                <a:effectLst/>
                <a:latin typeface="Calibri" panose="020F0502020204030204" pitchFamily="34" charset="0"/>
                <a:ea typeface="Times New Roman" panose="02020603050405020304" pitchFamily="18" charset="0"/>
                <a:cs typeface="Calibri" panose="020F0502020204030204" pitchFamily="34" charset="0"/>
              </a:rPr>
              <a:t>making the following assumptions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US" sz="2000" i="1" dirty="0">
                <a:effectLst/>
                <a:latin typeface="Calibri" panose="020F0502020204030204" pitchFamily="34" charset="0"/>
                <a:ea typeface="Times New Roman" panose="02020603050405020304" pitchFamily="18" charset="0"/>
                <a:cs typeface="Calibri" panose="020F0502020204030204" pitchFamily="34" charset="0"/>
              </a:rPr>
              <a:t>Read characters in word from right to left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Wingdings" panose="05000000000000000000" pitchFamily="2" charset="2"/>
              <a:buChar char=""/>
            </a:pPr>
            <a:r>
              <a:rPr lang="en-US" sz="2000" i="1" dirty="0">
                <a:effectLst/>
                <a:latin typeface="Calibri" panose="020F0502020204030204" pitchFamily="34" charset="0"/>
                <a:ea typeface="Times New Roman" panose="02020603050405020304" pitchFamily="18" charset="0"/>
                <a:cs typeface="Calibri" panose="020F0502020204030204" pitchFamily="34" charset="0"/>
              </a:rPr>
              <a:t>Blank spaces in a word (if assumed) to be taken at last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Wingdings" panose="05000000000000000000" pitchFamily="2" charset="2"/>
              <a:buChar char=""/>
            </a:pPr>
            <a:r>
              <a:rPr lang="en-US" sz="2000" i="1" dirty="0">
                <a:effectLst/>
                <a:latin typeface="Calibri" panose="020F0502020204030204" pitchFamily="34" charset="0"/>
                <a:ea typeface="Times New Roman" panose="02020603050405020304" pitchFamily="18" charset="0"/>
                <a:cs typeface="Calibri" panose="020F0502020204030204" pitchFamily="34" charset="0"/>
              </a:rPr>
              <a:t>Space bucket to be kept at last</a:t>
            </a:r>
            <a:r>
              <a:rPr lang="en-US" sz="2000" dirty="0">
                <a:effectLst/>
                <a:latin typeface="Calibri" panose="020F0502020204030204" pitchFamily="34" charset="0"/>
                <a:ea typeface="Times New Roman" panose="02020603050405020304" pitchFamily="18" charset="0"/>
                <a:cs typeface="Calibri" panose="020F0502020204030204" pitchFamily="34" charset="0"/>
              </a:rPr>
              <a:t> </a:t>
            </a:r>
            <a:r>
              <a:rPr lang="en-US" sz="2400" dirty="0">
                <a:effectLst/>
                <a:latin typeface="Calibri" panose="020F0502020204030204" pitchFamily="34" charset="0"/>
                <a:ea typeface="Times New Roman" panose="02020603050405020304" pitchFamily="18" charset="0"/>
                <a:cs typeface="Calibri" panose="020F0502020204030204" pitchFamily="34"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0394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FE0FE-3E02-5F79-8A83-369938CE2FC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9563AC-71D4-744A-C329-65EDC9DEF6C7}"/>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ABC59FCB-3C65-EB16-3BFE-0F7D5EBED38B}"/>
              </a:ext>
            </a:extLst>
          </p:cNvPr>
          <p:cNvSpPr>
            <a:spLocks noGrp="1"/>
          </p:cNvSpPr>
          <p:nvPr>
            <p:ph type="dt" sz="half" idx="10"/>
          </p:nvPr>
        </p:nvSpPr>
        <p:spPr/>
        <p:txBody>
          <a:bodyPr/>
          <a:lstStyle/>
          <a:p>
            <a:pPr>
              <a:defRPr/>
            </a:pPr>
            <a:fld id="{FDB91D9E-4C7D-4AFD-975E-2AA976898E4C}" type="datetime1">
              <a:rPr lang="en-US" smtClean="0"/>
              <a:pPr>
                <a:defRPr/>
              </a:pPr>
              <a:t>10/5/2025</a:t>
            </a:fld>
            <a:endParaRPr lang="en-US"/>
          </a:p>
        </p:txBody>
      </p:sp>
    </p:spTree>
    <p:extLst>
      <p:ext uri="{BB962C8B-B14F-4D97-AF65-F5344CB8AC3E}">
        <p14:creationId xmlns:p14="http://schemas.microsoft.com/office/powerpoint/2010/main" val="2327839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555F5A1D-E9EF-067F-C858-20108AB55DBA}"/>
              </a:ext>
            </a:extLst>
          </p:cNvPr>
          <p:cNvSpPr>
            <a:spLocks noGrp="1" noChangeArrowheads="1"/>
          </p:cNvSpPr>
          <p:nvPr>
            <p:ph type="title"/>
          </p:nvPr>
        </p:nvSpPr>
        <p:spPr/>
        <p:txBody>
          <a:bodyPr/>
          <a:lstStyle/>
          <a:p>
            <a:endParaRPr lang="en-IN" altLang="en-US"/>
          </a:p>
        </p:txBody>
      </p:sp>
      <p:sp>
        <p:nvSpPr>
          <p:cNvPr id="3" name="Content Placeholder 2">
            <a:extLst>
              <a:ext uri="{FF2B5EF4-FFF2-40B4-BE49-F238E27FC236}">
                <a16:creationId xmlns:a16="http://schemas.microsoft.com/office/drawing/2014/main" id="{C09BA67B-6E2B-B3E4-36B5-E63DEECB8F1A}"/>
              </a:ext>
            </a:extLst>
          </p:cNvPr>
          <p:cNvSpPr>
            <a:spLocks noGrp="1"/>
          </p:cNvSpPr>
          <p:nvPr>
            <p:ph idx="1"/>
          </p:nvPr>
        </p:nvSpPr>
        <p:spPr/>
        <p:txBody>
          <a:bodyPr/>
          <a:lstStyle/>
          <a:p>
            <a:pPr marL="0" indent="0">
              <a:lnSpc>
                <a:spcPct val="115000"/>
              </a:lnSpc>
              <a:spcAft>
                <a:spcPts val="1000"/>
              </a:spcAft>
              <a:buFont typeface="Wingdings" panose="05000000000000000000" pitchFamily="2" charset="2"/>
              <a:buNone/>
              <a:defRPr/>
            </a:pPr>
            <a:r>
              <a:rPr lang="en-IN" sz="1800" dirty="0">
                <a:solidFill>
                  <a:srgbClr val="000000"/>
                </a:solidFill>
                <a:latin typeface="Rockwell" panose="02060603020205020403" pitchFamily="18" charset="0"/>
                <a:ea typeface="Calibri" panose="020F0502020204030204" pitchFamily="34" charset="0"/>
                <a:cs typeface="Arial" panose="020B0604020202020204" pitchFamily="34" charset="0"/>
              </a:rPr>
              <a:t>Bucket Sort Strategy and Analysis</a:t>
            </a:r>
            <a:endParaRPr lang="en-IN" sz="1800" dirty="0">
              <a:latin typeface="Calibri" panose="020F0502020204030204" pitchFamily="34" charset="0"/>
              <a:ea typeface="Calibri" panose="020F0502020204030204" pitchFamily="34" charset="0"/>
              <a:cs typeface="Mangal" panose="02040503050203030202" pitchFamily="18" charset="0"/>
            </a:endParaRPr>
          </a:p>
          <a:p>
            <a:pPr marL="0" indent="0">
              <a:lnSpc>
                <a:spcPct val="115000"/>
              </a:lnSpc>
              <a:spcAft>
                <a:spcPts val="1000"/>
              </a:spcAft>
              <a:buFont typeface="Wingdings" panose="05000000000000000000" pitchFamily="2" charset="2"/>
              <a:buNone/>
              <a:defRPr/>
            </a:pPr>
            <a:r>
              <a:rPr lang="en-IN" sz="1800" u="sng" dirty="0">
                <a:solidFill>
                  <a:srgbClr val="000000"/>
                </a:solidFill>
                <a:latin typeface="Rockwell" panose="02060603020205020403" pitchFamily="18" charset="0"/>
                <a:ea typeface="Calibri" panose="020F0502020204030204" pitchFamily="34" charset="0"/>
                <a:cs typeface="Arial" panose="020B0604020202020204" pitchFamily="34" charset="0"/>
                <a:hlinkClick r:id="rId2"/>
              </a:rPr>
              <a:t>https://youtu.be/N7-q_O3lgtg</a:t>
            </a:r>
            <a:endParaRPr lang="en-IN" sz="1800" dirty="0">
              <a:latin typeface="Calibri" panose="020F0502020204030204" pitchFamily="34" charset="0"/>
              <a:ea typeface="Calibri" panose="020F0502020204030204" pitchFamily="34" charset="0"/>
              <a:cs typeface="Mangal" panose="02040503050203030202" pitchFamily="18" charset="0"/>
            </a:endParaRPr>
          </a:p>
          <a:p>
            <a:pPr marL="0" indent="0">
              <a:lnSpc>
                <a:spcPct val="115000"/>
              </a:lnSpc>
              <a:spcAft>
                <a:spcPts val="1000"/>
              </a:spcAft>
              <a:buFont typeface="Wingdings" panose="05000000000000000000" pitchFamily="2" charset="2"/>
              <a:buNone/>
              <a:defRPr/>
            </a:pPr>
            <a:endParaRPr lang="en-IN" sz="1800" dirty="0">
              <a:latin typeface="Calibri" panose="020F0502020204030204" pitchFamily="34" charset="0"/>
              <a:ea typeface="Calibri" panose="020F0502020204030204" pitchFamily="34" charset="0"/>
              <a:cs typeface="Mangal" panose="02040503050203030202" pitchFamily="18" charset="0"/>
            </a:endParaRPr>
          </a:p>
          <a:p>
            <a:pPr marL="0" indent="0">
              <a:lnSpc>
                <a:spcPct val="115000"/>
              </a:lnSpc>
              <a:spcAft>
                <a:spcPts val="1000"/>
              </a:spcAft>
              <a:buFont typeface="Wingdings" panose="05000000000000000000" pitchFamily="2" charset="2"/>
              <a:buNone/>
              <a:defRPr/>
            </a:pPr>
            <a:r>
              <a:rPr lang="en-IN" sz="1800" dirty="0">
                <a:solidFill>
                  <a:srgbClr val="000000"/>
                </a:solidFill>
                <a:latin typeface="Rockwell" panose="02060603020205020403" pitchFamily="18" charset="0"/>
                <a:ea typeface="Calibri" panose="020F0502020204030204" pitchFamily="34" charset="0"/>
                <a:cs typeface="Arial" panose="020B0604020202020204" pitchFamily="34" charset="0"/>
              </a:rPr>
              <a:t>Radix Sort and its Complexity Analysis</a:t>
            </a:r>
            <a:endParaRPr lang="en-IN" sz="1800" dirty="0">
              <a:latin typeface="Calibri" panose="020F0502020204030204" pitchFamily="34" charset="0"/>
              <a:ea typeface="Calibri" panose="020F0502020204030204" pitchFamily="34" charset="0"/>
              <a:cs typeface="Mangal" panose="02040503050203030202" pitchFamily="18" charset="0"/>
            </a:endParaRPr>
          </a:p>
          <a:p>
            <a:pPr marL="0" indent="0">
              <a:lnSpc>
                <a:spcPct val="115000"/>
              </a:lnSpc>
              <a:spcAft>
                <a:spcPts val="1000"/>
              </a:spcAft>
              <a:buFont typeface="Wingdings" panose="05000000000000000000" pitchFamily="2" charset="2"/>
              <a:buNone/>
              <a:defRPr/>
            </a:pPr>
            <a:r>
              <a:rPr lang="en-IN" sz="1800" u="sng" dirty="0">
                <a:solidFill>
                  <a:srgbClr val="000000"/>
                </a:solidFill>
                <a:latin typeface="Rockwell" panose="02060603020205020403" pitchFamily="18" charset="0"/>
                <a:ea typeface="Calibri" panose="020F0502020204030204" pitchFamily="34" charset="0"/>
                <a:cs typeface="Arial" panose="020B0604020202020204" pitchFamily="34" charset="0"/>
                <a:hlinkClick r:id="rId3"/>
              </a:rPr>
              <a:t>https://youtu.be/pdY5CC_3iEc</a:t>
            </a:r>
            <a:endParaRPr lang="en-IN" sz="1800" dirty="0">
              <a:latin typeface="Calibri" panose="020F0502020204030204" pitchFamily="34" charset="0"/>
              <a:ea typeface="Calibri" panose="020F0502020204030204" pitchFamily="34" charset="0"/>
              <a:cs typeface="Mangal" panose="02040503050203030202" pitchFamily="18" charset="0"/>
            </a:endParaRPr>
          </a:p>
          <a:p>
            <a:pPr>
              <a:defRPr/>
            </a:pPr>
            <a:endParaRPr lang="en-IN" dirty="0"/>
          </a:p>
        </p:txBody>
      </p:sp>
      <p:sp>
        <p:nvSpPr>
          <p:cNvPr id="35844" name="Date Placeholder 3">
            <a:extLst>
              <a:ext uri="{FF2B5EF4-FFF2-40B4-BE49-F238E27FC236}">
                <a16:creationId xmlns:a16="http://schemas.microsoft.com/office/drawing/2014/main" id="{B509C3B0-3537-C674-6960-3B10D520D667}"/>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Comic Sans MS" panose="030F0702030302020204" pitchFamily="66"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omic Sans MS" panose="030F0702030302020204" pitchFamily="66"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omic Sans MS" panose="030F0702030302020204" pitchFamily="66"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omic Sans MS" panose="030F0702030302020204" pitchFamily="66"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omic Sans MS" panose="030F0702030302020204" pitchFamily="66" charset="0"/>
              </a:defRPr>
            </a:lvl9pPr>
          </a:lstStyle>
          <a:p>
            <a:pPr>
              <a:spcBef>
                <a:spcPct val="0"/>
              </a:spcBef>
              <a:buClrTx/>
              <a:buSzTx/>
              <a:buFontTx/>
              <a:buNone/>
            </a:pPr>
            <a:fld id="{E018402B-5AAF-4DE7-8A92-C3E01D01875D}" type="datetime1">
              <a:rPr lang="en-US" altLang="en-US" sz="1200" smtClean="0"/>
              <a:pPr>
                <a:spcBef>
                  <a:spcPct val="0"/>
                </a:spcBef>
                <a:buClrTx/>
                <a:buSzTx/>
                <a:buFontTx/>
                <a:buNone/>
              </a:pPr>
              <a:t>10/5/2025</a:t>
            </a:fld>
            <a:endParaRPr lang="en-US" altLang="en-US" sz="1200"/>
          </a:p>
        </p:txBody>
      </p:sp>
    </p:spTree>
  </p:cSld>
  <p:clrMapOvr>
    <a:masterClrMapping/>
  </p:clrMapOvr>
</p:sld>
</file>

<file path=ppt/theme/theme1.xml><?xml version="1.0" encoding="utf-8"?>
<a:theme xmlns:a="http://schemas.openxmlformats.org/drawingml/2006/main" name="AbstractInterfaces">
  <a:themeElements>
    <a:clrScheme name="AbstractInterface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AbstractInterfaces">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2000" b="1" i="0" u="none" strike="noStrike" cap="none" normalizeH="0" baseline="0" smtClean="0">
            <a:ln>
              <a:noFill/>
            </a:ln>
            <a:solidFill>
              <a:schemeClr val="tx2"/>
            </a:solidFill>
            <a:effectLst/>
            <a:latin typeface="Comic Sans MS" panose="030F0702030302020204" pitchFamily="66"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2000" b="1" i="0" u="none" strike="noStrike" cap="none" normalizeH="0" baseline="0" smtClean="0">
            <a:ln>
              <a:noFill/>
            </a:ln>
            <a:solidFill>
              <a:schemeClr val="tx2"/>
            </a:solidFill>
            <a:effectLst/>
            <a:latin typeface="Comic Sans MS" panose="030F0702030302020204" pitchFamily="66" charset="0"/>
          </a:defRPr>
        </a:defPPr>
      </a:lstStyle>
    </a:lnDef>
  </a:objectDefaults>
  <a:extraClrSchemeLst>
    <a:extraClrScheme>
      <a:clrScheme name="AbstractInterface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AbstractInterface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AbstractInterface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AbstractInterface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AbstractInterface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AbstractInterface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AbstractInterface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C:\My Documents\paolo\work\cs21b\AbstractInterfaces.ppt</Template>
  <TotalTime>9246</TotalTime>
  <Words>2125</Words>
  <Application>Microsoft Office PowerPoint</Application>
  <PresentationFormat>On-screen Show (4:3)</PresentationFormat>
  <Paragraphs>553</Paragraphs>
  <Slides>31</Slides>
  <Notes>4</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Blackadder ITC</vt:lpstr>
      <vt:lpstr>Bradley Hand ITC</vt:lpstr>
      <vt:lpstr>Calibri</vt:lpstr>
      <vt:lpstr>Comic Sans MS</vt:lpstr>
      <vt:lpstr>Courier New</vt:lpstr>
      <vt:lpstr>Rockwell</vt:lpstr>
      <vt:lpstr>Söhne</vt:lpstr>
      <vt:lpstr>Times New Roman</vt:lpstr>
      <vt:lpstr>Wingdings</vt:lpstr>
      <vt:lpstr>AbstractInterfaces</vt:lpstr>
      <vt:lpstr>Bucket Sort and Radix Sort</vt:lpstr>
      <vt:lpstr>Bucket Sort</vt:lpstr>
      <vt:lpstr>Time Complexity comparison of Sorting Algorithms</vt:lpstr>
      <vt:lpstr>Space Complexity comparison of Sorting Algorithms</vt:lpstr>
      <vt:lpstr>Time complexity of Sorting</vt:lpstr>
      <vt:lpstr>Restrictions on the problem</vt:lpstr>
      <vt:lpstr>Bucket sort</vt:lpstr>
      <vt:lpstr>Example</vt:lpstr>
      <vt:lpstr>Example</vt:lpstr>
      <vt:lpstr>Example</vt:lpstr>
      <vt:lpstr>Bucket sort algorithm</vt:lpstr>
      <vt:lpstr>Values versus entries</vt:lpstr>
      <vt:lpstr>Time complexity</vt:lpstr>
      <vt:lpstr>Sort a large set of floating point numbers which are in range from 0.0 to 0.9 and are uniformly distributed across the range.</vt:lpstr>
      <vt:lpstr>Radix sort</vt:lpstr>
      <vt:lpstr>Sorting integers</vt:lpstr>
      <vt:lpstr>Radix sort</vt:lpstr>
      <vt:lpstr>PowerPoint Presentation</vt:lpstr>
      <vt:lpstr>Example:  first pass</vt:lpstr>
      <vt:lpstr>Example:  first pass</vt:lpstr>
      <vt:lpstr>Example: second pass</vt:lpstr>
      <vt:lpstr>Example: 1st and 2nd passes</vt:lpstr>
      <vt:lpstr>Radix sort and stability</vt:lpstr>
      <vt:lpstr>Time complexity</vt:lpstr>
      <vt:lpstr>Radix sort -summary</vt:lpstr>
      <vt:lpstr>Summary</vt:lpstr>
      <vt:lpstr>PowerPoint Presentation</vt:lpstr>
      <vt:lpstr>PowerPoint Presentation</vt:lpstr>
      <vt:lpstr>PowerPoint Presentation</vt:lpstr>
      <vt:lpstr>PowerPoint Presentation</vt:lpstr>
      <vt:lpstr>PowerPoint Presentation</vt:lpstr>
    </vt:vector>
  </TitlesOfParts>
  <Company>DISCS, ADMU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21b Lecture Slides</dc:title>
  <dc:creator>Luis F. G. Sarmenta, Ph.D. and John Paul Vergara, Ph.D.</dc:creator>
  <cp:lastModifiedBy>ASHISH SETH</cp:lastModifiedBy>
  <cp:revision>391</cp:revision>
  <dcterms:created xsi:type="dcterms:W3CDTF">2001-07-05T09:02:07Z</dcterms:created>
  <dcterms:modified xsi:type="dcterms:W3CDTF">2025-10-05T06:59:37Z</dcterms:modified>
</cp:coreProperties>
</file>